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</p:sldIdLst>
  <p:sldSz cy="5143500" cx="9144000"/>
  <p:notesSz cx="6858000" cy="9144000"/>
  <p:embeddedFontLst>
    <p:embeddedFont>
      <p:font typeface="Montserrat SemiBold"/>
      <p:regular r:id="rId93"/>
      <p:bold r:id="rId94"/>
      <p:italic r:id="rId95"/>
      <p:boldItalic r:id="rId96"/>
    </p:embeddedFont>
    <p:embeddedFont>
      <p:font typeface="Roboto"/>
      <p:regular r:id="rId97"/>
      <p:bold r:id="rId98"/>
      <p:italic r:id="rId99"/>
      <p:boldItalic r:id="rId100"/>
    </p:embeddedFont>
    <p:embeddedFont>
      <p:font typeface="Montserrat"/>
      <p:regular r:id="rId101"/>
      <p:bold r:id="rId102"/>
      <p:italic r:id="rId103"/>
      <p:boldItalic r:id="rId104"/>
    </p:embeddedFont>
    <p:embeddedFont>
      <p:font typeface="Book Antiqua"/>
      <p:regular r:id="rId105"/>
      <p:bold r:id="rId106"/>
      <p:italic r:id="rId107"/>
      <p:boldItalic r:id="rId108"/>
    </p:embeddedFont>
    <p:embeddedFont>
      <p:font typeface="Roboto Light"/>
      <p:regular r:id="rId109"/>
      <p:bold r:id="rId110"/>
      <p:italic r:id="rId111"/>
      <p:boldItalic r:id="rId112"/>
    </p:embeddedFont>
    <p:embeddedFont>
      <p:font typeface="Comfortaa"/>
      <p:regular r:id="rId113"/>
      <p:bold r:id="rId1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474A558-2E68-43C7-B6C8-0BD4CA1F50EA}">
  <a:tblStyle styleId="{D474A558-2E68-43C7-B6C8-0BD4CA1F50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07" Type="http://schemas.openxmlformats.org/officeDocument/2006/relationships/font" Target="fonts/BookAntiqua-italic.fntdata"/><Relationship Id="rId106" Type="http://schemas.openxmlformats.org/officeDocument/2006/relationships/font" Target="fonts/BookAntiqua-bold.fntdata"/><Relationship Id="rId105" Type="http://schemas.openxmlformats.org/officeDocument/2006/relationships/font" Target="fonts/BookAntiqua-regular.fntdata"/><Relationship Id="rId104" Type="http://schemas.openxmlformats.org/officeDocument/2006/relationships/font" Target="fonts/Montserrat-boldItalic.fntdata"/><Relationship Id="rId109" Type="http://schemas.openxmlformats.org/officeDocument/2006/relationships/font" Target="fonts/RobotoLight-regular.fntdata"/><Relationship Id="rId108" Type="http://schemas.openxmlformats.org/officeDocument/2006/relationships/font" Target="fonts/BookAntiqua-boldItalic.fntdata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103" Type="http://schemas.openxmlformats.org/officeDocument/2006/relationships/font" Target="fonts/Montserrat-italic.fntdata"/><Relationship Id="rId102" Type="http://schemas.openxmlformats.org/officeDocument/2006/relationships/font" Target="fonts/Montserrat-bold.fntdata"/><Relationship Id="rId101" Type="http://schemas.openxmlformats.org/officeDocument/2006/relationships/font" Target="fonts/Montserrat-regular.fntdata"/><Relationship Id="rId100" Type="http://schemas.openxmlformats.org/officeDocument/2006/relationships/font" Target="fonts/Roboto-boldItalic.fntdata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95" Type="http://schemas.openxmlformats.org/officeDocument/2006/relationships/font" Target="fonts/MontserratSemiBold-italic.fntdata"/><Relationship Id="rId94" Type="http://schemas.openxmlformats.org/officeDocument/2006/relationships/font" Target="fonts/MontserratSemiBold-bold.fntdata"/><Relationship Id="rId97" Type="http://schemas.openxmlformats.org/officeDocument/2006/relationships/font" Target="fonts/Roboto-regular.fntdata"/><Relationship Id="rId96" Type="http://schemas.openxmlformats.org/officeDocument/2006/relationships/font" Target="fonts/MontserratSemiBold-boldItalic.fntdata"/><Relationship Id="rId11" Type="http://schemas.openxmlformats.org/officeDocument/2006/relationships/slide" Target="slides/slide4.xml"/><Relationship Id="rId99" Type="http://schemas.openxmlformats.org/officeDocument/2006/relationships/font" Target="fonts/Roboto-italic.fntdata"/><Relationship Id="rId10" Type="http://schemas.openxmlformats.org/officeDocument/2006/relationships/slide" Target="slides/slide3.xml"/><Relationship Id="rId98" Type="http://schemas.openxmlformats.org/officeDocument/2006/relationships/font" Target="fonts/Roboto-bold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91" Type="http://schemas.openxmlformats.org/officeDocument/2006/relationships/slide" Target="slides/slide84.xml"/><Relationship Id="rId90" Type="http://schemas.openxmlformats.org/officeDocument/2006/relationships/slide" Target="slides/slide83.xml"/><Relationship Id="rId93" Type="http://schemas.openxmlformats.org/officeDocument/2006/relationships/font" Target="fonts/MontserratSemiBold-regular.fntdata"/><Relationship Id="rId92" Type="http://schemas.openxmlformats.org/officeDocument/2006/relationships/slide" Target="slides/slide85.xml"/><Relationship Id="rId15" Type="http://schemas.openxmlformats.org/officeDocument/2006/relationships/slide" Target="slides/slide8.xml"/><Relationship Id="rId110" Type="http://schemas.openxmlformats.org/officeDocument/2006/relationships/font" Target="fonts/RobotoLight-bold.fntdata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14" Type="http://schemas.openxmlformats.org/officeDocument/2006/relationships/font" Target="fonts/Comfortaa-bold.fntdata"/><Relationship Id="rId18" Type="http://schemas.openxmlformats.org/officeDocument/2006/relationships/slide" Target="slides/slide11.xml"/><Relationship Id="rId113" Type="http://schemas.openxmlformats.org/officeDocument/2006/relationships/font" Target="fonts/Comfortaa-regular.fntdata"/><Relationship Id="rId112" Type="http://schemas.openxmlformats.org/officeDocument/2006/relationships/font" Target="fonts/RobotoLight-boldItalic.fntdata"/><Relationship Id="rId111" Type="http://schemas.openxmlformats.org/officeDocument/2006/relationships/font" Target="fonts/RobotoLight-italic.fntdata"/><Relationship Id="rId84" Type="http://schemas.openxmlformats.org/officeDocument/2006/relationships/slide" Target="slides/slide77.xml"/><Relationship Id="rId83" Type="http://schemas.openxmlformats.org/officeDocument/2006/relationships/slide" Target="slides/slide76.xml"/><Relationship Id="rId86" Type="http://schemas.openxmlformats.org/officeDocument/2006/relationships/slide" Target="slides/slide79.xml"/><Relationship Id="rId85" Type="http://schemas.openxmlformats.org/officeDocument/2006/relationships/slide" Target="slides/slide78.xml"/><Relationship Id="rId88" Type="http://schemas.openxmlformats.org/officeDocument/2006/relationships/slide" Target="slides/slide81.xml"/><Relationship Id="rId87" Type="http://schemas.openxmlformats.org/officeDocument/2006/relationships/slide" Target="slides/slide80.xml"/><Relationship Id="rId89" Type="http://schemas.openxmlformats.org/officeDocument/2006/relationships/slide" Target="slides/slide82.xml"/><Relationship Id="rId80" Type="http://schemas.openxmlformats.org/officeDocument/2006/relationships/slide" Target="slides/slide73.xml"/><Relationship Id="rId82" Type="http://schemas.openxmlformats.org/officeDocument/2006/relationships/slide" Target="slides/slide75.xml"/><Relationship Id="rId81" Type="http://schemas.openxmlformats.org/officeDocument/2006/relationships/slide" Target="slides/slide74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7" Type="http://schemas.openxmlformats.org/officeDocument/2006/relationships/slide" Target="slides/slide70.xml"/><Relationship Id="rId76" Type="http://schemas.openxmlformats.org/officeDocument/2006/relationships/slide" Target="slides/slide69.xml"/><Relationship Id="rId79" Type="http://schemas.openxmlformats.org/officeDocument/2006/relationships/slide" Target="slides/slide72.xml"/><Relationship Id="rId78" Type="http://schemas.openxmlformats.org/officeDocument/2006/relationships/slide" Target="slides/slide71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6" Type="http://schemas.openxmlformats.org/officeDocument/2006/relationships/slide" Target="slides/slide59.xml"/><Relationship Id="rId65" Type="http://schemas.openxmlformats.org/officeDocument/2006/relationships/slide" Target="slides/slide58.xml"/><Relationship Id="rId68" Type="http://schemas.openxmlformats.org/officeDocument/2006/relationships/slide" Target="slides/slide61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69" Type="http://schemas.openxmlformats.org/officeDocument/2006/relationships/slide" Target="slides/slide6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5" Type="http://schemas.openxmlformats.org/officeDocument/2006/relationships/slide" Target="slides/slide48.xml"/><Relationship Id="rId54" Type="http://schemas.openxmlformats.org/officeDocument/2006/relationships/slide" Target="slides/slide47.xml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59" Type="http://schemas.openxmlformats.org/officeDocument/2006/relationships/slide" Target="slides/slide52.xml"/><Relationship Id="rId58" Type="http://schemas.openxmlformats.org/officeDocument/2006/relationships/slide" Target="slides/slide5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8f0b819185_0_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8f0b819185_0_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94714cc698_0_6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94714cc698_0_6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9285832b3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9285832b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9285832b34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9285832b34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9285832b34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9285832b34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9285832b34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9285832b34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9285832b34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9285832b34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9285832b34_0_9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9285832b34_0_9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9285832b34_0_10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9285832b34_0_10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9285832b34_0_1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9285832b34_0_1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9285832b34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g9285832b34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g9285832b34_0_1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3" name="Google Shape;1503;g9285832b34_0_1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2" name="Shape 2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3" name="Google Shape;2153;g9285832b34_0_2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4" name="Google Shape;2154;g9285832b34_0_2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3" name="Shape 2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4" name="Google Shape;2804;g9285832b34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5" name="Google Shape;2805;g9285832b34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5" name="Shape 2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" name="Google Shape;2816;g9285832b34_0_20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7" name="Google Shape;2817;g9285832b34_0_20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7" name="Shape 2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8" name="Google Shape;2828;g9285832b34_0_20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9" name="Google Shape;2829;g9285832b34_0_20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7" name="Shape 2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8" name="Google Shape;2838;g9285832b34_0_2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9" name="Google Shape;2839;g9285832b34_0_2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0" name="Shape 2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1" name="Google Shape;2851;g9285832b34_0_27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2" name="Google Shape;2852;g9285832b34_0_27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9" name="Shape 2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0" name="Google Shape;2860;g9285832b34_0_28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1" name="Google Shape;2861;g9285832b34_0_28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8" name="Shape 2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9" name="Google Shape;2869;g9285832b34_0_28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0" name="Google Shape;2870;g9285832b34_0_28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7" name="Shape 2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8" name="Google Shape;2878;g9285832b34_0_28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9" name="Google Shape;2879;g9285832b34_0_28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6" name="Shape 2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" name="Google Shape;2887;g9285832b34_0_28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8" name="Google Shape;2888;g9285832b34_0_28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5" name="Shape 2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6" name="Google Shape;2896;g9285832b34_0_28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7" name="Google Shape;2897;g9285832b34_0_28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4" name="Shape 2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5" name="Google Shape;2905;g9285832b34_0_28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6" name="Google Shape;2906;g9285832b34_0_28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5" name="Shape 3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6" name="Google Shape;3556;g9285832b34_0_28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7" name="Google Shape;3557;g9285832b34_0_28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5" name="Shape 3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6" name="Google Shape;3566;g9285832b34_0_3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7" name="Google Shape;3567;g9285832b34_0_3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2" name="Shape 3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" name="Google Shape;3573;g926bc282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4" name="Google Shape;3574;g926bc282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0" name="Shape 3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1" name="Google Shape;3581;g31221dbb18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2" name="Google Shape;3582;g31221dbb18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6" name="Shape 3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7" name="Google Shape;3587;g31221dbb18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8" name="Google Shape;3588;g31221dbb18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5" name="Shape 3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6" name="Google Shape;3596;g31221dbb18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7" name="Google Shape;3597;g31221dbb18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4" name="Shape 3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5" name="Google Shape;3605;g31221dbb18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6" name="Google Shape;3606;g31221dbb18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5" name="Shape 3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6" name="Google Shape;3616;g31221dbb183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7" name="Google Shape;3617;g31221dbb18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0" name="Shape 3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1" name="Google Shape;3631;g9285832b34_0_3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2" name="Google Shape;3632;g9285832b34_0_3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6" name="Shape 3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7" name="Google Shape;3637;g94714cc69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8" name="Google Shape;3638;g94714cc69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4" name="Shape 3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" name="Google Shape;3645;g94714cc698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6" name="Google Shape;3646;g94714cc69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2" name="Shape 3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3" name="Google Shape;3653;g94714cc698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4" name="Google Shape;3654;g94714cc69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9" name="Shape 3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0" name="Google Shape;3660;g94714cc698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1" name="Google Shape;3661;g94714cc698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5" name="Shape 3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6" name="Google Shape;3666;g94714cc698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7" name="Google Shape;3667;g94714cc698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3" name="Shape 3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4" name="Google Shape;3674;g94714cc698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5" name="Google Shape;3675;g94714cc698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0" name="Shape 3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1" name="Google Shape;3681;g94714cc69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2" name="Google Shape;3682;g94714cc69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7" name="Shape 3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8" name="Google Shape;3688;g94714cc698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9" name="Google Shape;3689;g94714cc69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4" name="Shape 3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5" name="Google Shape;3695;g94714cc698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6" name="Google Shape;3696;g94714cc698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1" name="Shape 3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2" name="Google Shape;3702;g94714cc698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3" name="Google Shape;3703;g94714cc698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9" name="Shape 3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0" name="Google Shape;3710;g94714cc698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1" name="Google Shape;3711;g94714cc698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1" name="Shape 3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2" name="Google Shape;3722;g94714cc698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3" name="Google Shape;3723;g94714cc698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1" name="Shape 3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2" name="Google Shape;3732;g94714cc698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3" name="Google Shape;3733;g94714cc698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7" name="Shape 3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8" name="Google Shape;3748;g94714cc698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9" name="Google Shape;3749;g94714cc698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6" name="Shape 3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7" name="Google Shape;3757;g94714cc698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8" name="Google Shape;3758;g94714cc698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3" name="Shape 3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4" name="Google Shape;3764;g94714cc698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5" name="Google Shape;3765;g94714cc698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2" name="Shape 3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3" name="Google Shape;3773;g94714cc698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4" name="Google Shape;3774;g94714cc698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9" name="Shape 3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0" name="Google Shape;3780;g94714cc698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1" name="Google Shape;3781;g94714cc698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5" name="Shape 3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6" name="Google Shape;3786;g94714cc698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7" name="Google Shape;3787;g94714cc698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2" name="Shape 3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3" name="Google Shape;3793;g94714cc698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4" name="Google Shape;3794;g94714cc698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0" name="Shape 3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1" name="Google Shape;3801;g9285832b34_0_35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2" name="Google Shape;3802;g9285832b34_0_3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8" name="Shape 3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" name="Google Shape;3809;g94714cc698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0" name="Google Shape;3810;g94714cc698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1" name="Shape 3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2" name="Google Shape;3822;g926bc2823b_1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3" name="Google Shape;3823;g926bc2823b_1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3" name="Shape 3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4" name="Google Shape;3834;g9285832b34_0_35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5" name="Google Shape;3835;g9285832b34_0_3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0" name="Shape 3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1" name="Google Shape;3841;g9285832b34_0_3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2" name="Google Shape;3842;g9285832b34_0_3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7" name="Shape 3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8" name="Google Shape;3848;g926bc2823b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9" name="Google Shape;3849;g926bc2823b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4" name="Shape 3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5" name="Google Shape;3855;g926bc2823b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6" name="Google Shape;3856;g926bc2823b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1" name="Shape 3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2" name="Google Shape;3862;g926bc2823b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3" name="Google Shape;3863;g926bc2823b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8" name="Shape 3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9" name="Google Shape;3869;g926bc2823b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0" name="Google Shape;3870;g926bc2823b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5" name="Shape 3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6" name="Google Shape;3876;g926bc2823b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7" name="Google Shape;3877;g926bc2823b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3" name="Shape 3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4" name="Google Shape;3884;g926bc2823b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5" name="Google Shape;3885;g926bc2823b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2" name="Shape 3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3" name="Google Shape;3893;g926bc2823b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4" name="Google Shape;3894;g926bc2823b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0" name="Shape 3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" name="Google Shape;3901;g926bc2823b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2" name="Google Shape;3902;g926bc2823b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8" name="Shape 3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9" name="Google Shape;3909;g926bc2823b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0" name="Google Shape;3910;g926bc2823b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5" name="Shape 3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6" name="Google Shape;3916;g926bc2823b_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7" name="Google Shape;3917;g926bc2823b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2" name="Shape 3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3" name="Google Shape;3923;g926bc2823b_1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4" name="Google Shape;3924;g926bc2823b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9" name="Shape 3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0" name="Google Shape;3930;g926bc2823b_1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1" name="Google Shape;3931;g926bc2823b_1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6" name="Shape 3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7" name="Google Shape;3937;g926bc2823b_1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8" name="Google Shape;3938;g926bc2823b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3" name="Shape 3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4" name="Google Shape;3944;g926bc2823b_1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5" name="Google Shape;3945;g926bc2823b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0" name="Shape 3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1" name="Google Shape;3951;g926bc2823b_1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2" name="Google Shape;3952;g926bc2823b_1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8" name="Shape 3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9" name="Google Shape;3959;g926bc2823b_1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0" name="Google Shape;3960;g926bc2823b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6" name="Shape 3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7" name="Google Shape;3967;g926bc2823b_1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8" name="Google Shape;3968;g926bc2823b_1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5" name="Shape 3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6" name="Google Shape;3976;g926bc2823b_1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7" name="Google Shape;3977;g926bc2823b_1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4" name="Shape 3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5" name="Google Shape;3985;g926bc2823b_1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6" name="Google Shape;3986;g926bc2823b_1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3" name="Shape 3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" name="Google Shape;3994;g926bc2823b_1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5" name="Google Shape;3995;g926bc2823b_1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2" name="Shape 4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" name="Google Shape;4003;g926bc2823b_1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4" name="Google Shape;4004;g926bc2823b_1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1" name="Shape 4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2" name="Google Shape;4012;g926bc2823b_1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3" name="Google Shape;4013;g926bc2823b_1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0" name="Shape 4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1" name="Google Shape;4021;g926bc2823b_1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2" name="Google Shape;4022;g926bc2823b_1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9" name="Shape 4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0" name="Google Shape;4030;g926bc2823b_1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1" name="Google Shape;4031;g926bc2823b_1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8" name="Shape 4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9" name="Google Shape;4039;g926bc2823b_1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0" name="Google Shape;4040;g926bc2823b_1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7" name="Shape 4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8" name="Google Shape;4048;g926bc2823b_1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9" name="Google Shape;4049;g926bc2823b_1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6" name="Shape 4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7" name="Google Shape;4057;g926bc2823b_1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8" name="Google Shape;4058;g926bc2823b_1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icd-ufmg.github.io/" TargetMode="Externa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hyperlink" Target="mailto:flavio@dcc.ufmg.br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1">
  <p:cSld name="TITLE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/>
        </p:nvSpPr>
        <p:spPr>
          <a:xfrm>
            <a:off x="311700" y="1972200"/>
            <a:ext cx="8520600" cy="5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/>
          </a:p>
        </p:txBody>
      </p:sp>
      <p:sp>
        <p:nvSpPr>
          <p:cNvPr id="52" name="Google Shape;52;p13"/>
          <p:cNvSpPr txBox="1"/>
          <p:nvPr/>
        </p:nvSpPr>
        <p:spPr>
          <a:xfrm>
            <a:off x="1116000" y="2561400"/>
            <a:ext cx="6912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/>
              <a:t>Programação e Desenvolvimento de Software II</a:t>
            </a:r>
            <a:endParaRPr b="1" sz="1700"/>
          </a:p>
        </p:txBody>
      </p:sp>
      <p:pic>
        <p:nvPicPr>
          <p:cNvPr id="53" name="Google Shape;53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6000" y="4428000"/>
            <a:ext cx="11664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2000" y="180000"/>
            <a:ext cx="1139915" cy="46799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000000"/>
                </a:solidFill>
              </a:defRPr>
            </a:lvl1pPr>
            <a:lvl2pPr lvl="1" rtl="0">
              <a:buNone/>
              <a:defRPr sz="1300">
                <a:solidFill>
                  <a:srgbClr val="000000"/>
                </a:solidFill>
              </a:defRPr>
            </a:lvl2pPr>
            <a:lvl3pPr lvl="2" rtl="0">
              <a:buNone/>
              <a:defRPr sz="1300">
                <a:solidFill>
                  <a:srgbClr val="000000"/>
                </a:solidFill>
              </a:defRPr>
            </a:lvl3pPr>
            <a:lvl4pPr lvl="3" rtl="0">
              <a:buNone/>
              <a:defRPr sz="1300">
                <a:solidFill>
                  <a:srgbClr val="000000"/>
                </a:solidFill>
              </a:defRPr>
            </a:lvl4pPr>
            <a:lvl5pPr lvl="4" rtl="0">
              <a:buNone/>
              <a:defRPr sz="1300">
                <a:solidFill>
                  <a:srgbClr val="000000"/>
                </a:solidFill>
              </a:defRPr>
            </a:lvl5pPr>
            <a:lvl6pPr lvl="5" rtl="0">
              <a:buNone/>
              <a:defRPr sz="1300">
                <a:solidFill>
                  <a:srgbClr val="000000"/>
                </a:solidFill>
              </a:defRPr>
            </a:lvl6pPr>
            <a:lvl7pPr lvl="6" rtl="0">
              <a:buNone/>
              <a:defRPr sz="1300">
                <a:solidFill>
                  <a:srgbClr val="000000"/>
                </a:solidFill>
              </a:defRPr>
            </a:lvl7pPr>
            <a:lvl8pPr lvl="7" rtl="0">
              <a:buNone/>
              <a:defRPr sz="1300">
                <a:solidFill>
                  <a:srgbClr val="000000"/>
                </a:solidFill>
              </a:defRPr>
            </a:lvl8pPr>
            <a:lvl9pPr lvl="8" rtl="0">
              <a:buNone/>
              <a:defRPr sz="13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/>
        </p:nvSpPr>
        <p:spPr>
          <a:xfrm>
            <a:off x="311700" y="1972200"/>
            <a:ext cx="8520600" cy="5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/>
          </a:p>
        </p:txBody>
      </p:sp>
      <p:sp>
        <p:nvSpPr>
          <p:cNvPr id="62" name="Google Shape;62;p15"/>
          <p:cNvSpPr txBox="1"/>
          <p:nvPr/>
        </p:nvSpPr>
        <p:spPr>
          <a:xfrm>
            <a:off x="1116000" y="2561400"/>
            <a:ext cx="6912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Montserrat"/>
                <a:ea typeface="Montserrat"/>
                <a:cs typeface="Montserrat"/>
                <a:sym typeface="Montserrat"/>
              </a:rPr>
              <a:t>Introdução à Ciência dos Dados</a:t>
            </a:r>
            <a:br>
              <a:rPr lang="pt-BR" sz="170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21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2"/>
              </a:rPr>
              <a:t>https://icd-ufmg.github.io/</a:t>
            </a:r>
            <a:endParaRPr sz="27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3" name="Google Shape;6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000" y="4428000"/>
            <a:ext cx="11664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2000" y="180000"/>
            <a:ext cx="1139915" cy="46799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000000"/>
                </a:solidFill>
              </a:defRPr>
            </a:lvl1pPr>
            <a:lvl2pPr lvl="1" rtl="0">
              <a:buNone/>
              <a:defRPr sz="1300">
                <a:solidFill>
                  <a:srgbClr val="000000"/>
                </a:solidFill>
              </a:defRPr>
            </a:lvl2pPr>
            <a:lvl3pPr lvl="2" rtl="0">
              <a:buNone/>
              <a:defRPr sz="1300">
                <a:solidFill>
                  <a:srgbClr val="000000"/>
                </a:solidFill>
              </a:defRPr>
            </a:lvl3pPr>
            <a:lvl4pPr lvl="3" rtl="0">
              <a:buNone/>
              <a:defRPr sz="1300">
                <a:solidFill>
                  <a:srgbClr val="000000"/>
                </a:solidFill>
              </a:defRPr>
            </a:lvl4pPr>
            <a:lvl5pPr lvl="4" rtl="0">
              <a:buNone/>
              <a:defRPr sz="1300">
                <a:solidFill>
                  <a:srgbClr val="000000"/>
                </a:solidFill>
              </a:defRPr>
            </a:lvl5pPr>
            <a:lvl6pPr lvl="5" rtl="0">
              <a:buNone/>
              <a:defRPr sz="1300">
                <a:solidFill>
                  <a:srgbClr val="000000"/>
                </a:solidFill>
              </a:defRPr>
            </a:lvl6pPr>
            <a:lvl7pPr lvl="6" rtl="0">
              <a:buNone/>
              <a:defRPr sz="1300">
                <a:solidFill>
                  <a:srgbClr val="000000"/>
                </a:solidFill>
              </a:defRPr>
            </a:lvl7pPr>
            <a:lvl8pPr lvl="7" rtl="0">
              <a:buNone/>
              <a:defRPr sz="1300">
                <a:solidFill>
                  <a:srgbClr val="000000"/>
                </a:solidFill>
              </a:defRPr>
            </a:lvl8pPr>
            <a:lvl9pPr lvl="8" rtl="0">
              <a:buNone/>
              <a:defRPr sz="13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6" name="Google Shape;66;p15"/>
          <p:cNvSpPr txBox="1"/>
          <p:nvPr/>
        </p:nvSpPr>
        <p:spPr>
          <a:xfrm>
            <a:off x="5140200" y="4359025"/>
            <a:ext cx="36921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Montserrat"/>
                <a:ea typeface="Montserrat"/>
                <a:cs typeface="Montserrat"/>
                <a:sym typeface="Montserrat"/>
              </a:rPr>
              <a:t>Flavio Vinicius Diniz de Figueiredo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flavio@dcc.ufmg.br</a:t>
            </a: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Montserrat SemiBold"/>
              <a:buNone/>
              <a:defRPr sz="22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4" name="Google Shape;74;p17"/>
          <p:cNvSpPr/>
          <p:nvPr/>
        </p:nvSpPr>
        <p:spPr>
          <a:xfrm>
            <a:off x="27625" y="429350"/>
            <a:ext cx="102000" cy="280500"/>
          </a:xfrm>
          <a:prstGeom prst="rect">
            <a:avLst/>
          </a:prstGeom>
          <a:solidFill>
            <a:srgbClr val="B23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72450" y="304625"/>
            <a:ext cx="548700" cy="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/>
          <p:nvPr>
            <p:ph type="title"/>
          </p:nvPr>
        </p:nvSpPr>
        <p:spPr>
          <a:xfrm>
            <a:off x="311700" y="283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" type="body"/>
          </p:nvPr>
        </p:nvSpPr>
        <p:spPr>
          <a:xfrm>
            <a:off x="311700" y="967050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" name="Google Shape;79;p18"/>
          <p:cNvSpPr txBox="1"/>
          <p:nvPr>
            <p:ph idx="2" type="body"/>
          </p:nvPr>
        </p:nvSpPr>
        <p:spPr>
          <a:xfrm>
            <a:off x="4832400" y="967050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0" name="Google Shape;8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1" name="Google Shape;81;p18"/>
          <p:cNvSpPr/>
          <p:nvPr/>
        </p:nvSpPr>
        <p:spPr>
          <a:xfrm>
            <a:off x="27625" y="429350"/>
            <a:ext cx="102000" cy="280500"/>
          </a:xfrm>
          <a:prstGeom prst="rect">
            <a:avLst/>
          </a:prstGeom>
          <a:solidFill>
            <a:srgbClr val="B23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72450" y="304625"/>
            <a:ext cx="548700" cy="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311700" y="283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85" name="Google Shape;8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6" name="Google Shape;86;p19"/>
          <p:cNvSpPr/>
          <p:nvPr/>
        </p:nvSpPr>
        <p:spPr>
          <a:xfrm>
            <a:off x="27625" y="429350"/>
            <a:ext cx="102000" cy="280500"/>
          </a:xfrm>
          <a:prstGeom prst="rect">
            <a:avLst/>
          </a:prstGeom>
          <a:solidFill>
            <a:srgbClr val="B23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72450" y="304625"/>
            <a:ext cx="548700" cy="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B23525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Montserrat"/>
              <a:buNone/>
              <a:defRPr b="1" sz="4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0" name="Google Shape;9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B23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4" name="Google Shape;94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5" name="Google Shape;95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  <a:defRPr>
                <a:solidFill>
                  <a:srgbClr val="FFFFFF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6" name="Google Shape;9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</a:lstStyle>
          <a:p/>
        </p:txBody>
      </p:sp>
      <p:sp>
        <p:nvSpPr>
          <p:cNvPr id="99" name="Google Shape;9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00" name="Google Shape;100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72450" y="304625"/>
            <a:ext cx="548700" cy="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3" name="Google Shape;103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4" name="Google Shape;10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05" name="Google Shape;105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72450" y="304625"/>
            <a:ext cx="548700" cy="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08" name="Google Shape;108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72450" y="304625"/>
            <a:ext cx="548700" cy="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SemiBold"/>
              <a:buNone/>
              <a:defRPr sz="2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Char char="●"/>
              <a:defRPr sz="1800">
                <a:latin typeface="Comfortaa"/>
                <a:ea typeface="Comfortaa"/>
                <a:cs typeface="Comfortaa"/>
                <a:sym typeface="Comfortaa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omfortaa"/>
              <a:buChar char="○"/>
              <a:defRPr>
                <a:latin typeface="Comfortaa"/>
                <a:ea typeface="Comfortaa"/>
                <a:cs typeface="Comfortaa"/>
                <a:sym typeface="Comfortaa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omfortaa"/>
              <a:buChar char="■"/>
              <a:defRPr>
                <a:latin typeface="Comfortaa"/>
                <a:ea typeface="Comfortaa"/>
                <a:cs typeface="Comfortaa"/>
                <a:sym typeface="Comfortaa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omfortaa"/>
              <a:buChar char="●"/>
              <a:defRPr>
                <a:latin typeface="Comfortaa"/>
                <a:ea typeface="Comfortaa"/>
                <a:cs typeface="Comfortaa"/>
                <a:sym typeface="Comfortaa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omfortaa"/>
              <a:buChar char="○"/>
              <a:defRPr>
                <a:latin typeface="Comfortaa"/>
                <a:ea typeface="Comfortaa"/>
                <a:cs typeface="Comfortaa"/>
                <a:sym typeface="Comfortaa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omfortaa"/>
              <a:buChar char="■"/>
              <a:defRPr>
                <a:latin typeface="Comfortaa"/>
                <a:ea typeface="Comfortaa"/>
                <a:cs typeface="Comfortaa"/>
                <a:sym typeface="Comfortaa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omfortaa"/>
              <a:buChar char="●"/>
              <a:defRPr>
                <a:latin typeface="Comfortaa"/>
                <a:ea typeface="Comfortaa"/>
                <a:cs typeface="Comfortaa"/>
                <a:sym typeface="Comfortaa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omfortaa"/>
              <a:buChar char="○"/>
              <a:defRPr>
                <a:latin typeface="Comfortaa"/>
                <a:ea typeface="Comfortaa"/>
                <a:cs typeface="Comfortaa"/>
                <a:sym typeface="Comfortaa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Comfortaa"/>
              <a:buChar char="■"/>
              <a:defRPr>
                <a:latin typeface="Comfortaa"/>
                <a:ea typeface="Comfortaa"/>
                <a:cs typeface="Comfortaa"/>
                <a:sym typeface="Comfortaa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hyperlink" Target="http://epidemio-ufpel.org.br/uploads/downloads/276e0cffc2783c68f57b70920fd2acfb.pdf" TargetMode="External"/><Relationship Id="rId5" Type="http://schemas.openxmlformats.org/officeDocument/2006/relationships/hyperlink" Target="https://www.saude.gov.br/saude-de-a-z/epicovid-br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Relationship Id="rId4" Type="http://schemas.openxmlformats.org/officeDocument/2006/relationships/hyperlink" Target="http://epidemio-ufpel.org.br/site/content/sala_imprensa/noticia_detalhe.php?noticia=3134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2.png"/><Relationship Id="rId4" Type="http://schemas.openxmlformats.org/officeDocument/2006/relationships/image" Target="../media/image21.png"/><Relationship Id="rId5" Type="http://schemas.openxmlformats.org/officeDocument/2006/relationships/image" Target="../media/image20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2.png"/><Relationship Id="rId4" Type="http://schemas.openxmlformats.org/officeDocument/2006/relationships/image" Target="../media/image21.png"/><Relationship Id="rId5" Type="http://schemas.openxmlformats.org/officeDocument/2006/relationships/image" Target="../media/image2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2.png"/><Relationship Id="rId4" Type="http://schemas.openxmlformats.org/officeDocument/2006/relationships/image" Target="../media/image21.png"/><Relationship Id="rId5" Type="http://schemas.openxmlformats.org/officeDocument/2006/relationships/image" Target="../media/image20.png"/><Relationship Id="rId6" Type="http://schemas.openxmlformats.org/officeDocument/2006/relationships/image" Target="../media/image2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2.png"/><Relationship Id="rId4" Type="http://schemas.openxmlformats.org/officeDocument/2006/relationships/image" Target="../media/image25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8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6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6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7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7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34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30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31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31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34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34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34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34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34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34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34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34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4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3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5.xml"/><Relationship Id="rId3" Type="http://schemas.openxmlformats.org/officeDocument/2006/relationships/hyperlink" Target="mailto:flavio@dcc.ufmg.br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4" name="Google Shape;114;p25"/>
          <p:cNvSpPr txBox="1"/>
          <p:nvPr/>
        </p:nvSpPr>
        <p:spPr>
          <a:xfrm>
            <a:off x="311700" y="1841975"/>
            <a:ext cx="8739300" cy="7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latin typeface="Montserrat SemiBold"/>
                <a:ea typeface="Montserrat SemiBold"/>
                <a:cs typeface="Montserrat SemiBold"/>
                <a:sym typeface="Montserrat SemiBold"/>
              </a:rPr>
              <a:t>Intervalos de Confiança</a:t>
            </a:r>
            <a:endParaRPr sz="28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/>
          <p:nvPr>
            <p:ph type="title"/>
          </p:nvPr>
        </p:nvSpPr>
        <p:spPr>
          <a:xfrm>
            <a:off x="311700" y="283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Vamos pensar em um problema...</a:t>
            </a:r>
            <a:endParaRPr/>
          </a:p>
        </p:txBody>
      </p:sp>
      <p:sp>
        <p:nvSpPr>
          <p:cNvPr id="120" name="Google Shape;12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1" name="Google Shape;121;p26"/>
          <p:cNvSpPr txBox="1"/>
          <p:nvPr>
            <p:ph idx="4294967295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Queremos saber a prevalência de COVID-19 na população Brasileira.</a:t>
            </a:r>
            <a:br>
              <a:rPr lang="pt-BR"/>
            </a:br>
            <a:br>
              <a:rPr lang="pt-BR"/>
            </a:br>
            <a:r>
              <a:rPr lang="pt-BR"/>
              <a:t>Queremos saber se já chegamos na Imunidade de Rebanho. Vamos supor, é algo até acima disso, que 50% da população tenha que ter tido COVID. Isto é com ou sem </a:t>
            </a:r>
            <a:r>
              <a:rPr lang="pt-BR"/>
              <a:t>sintomas</a:t>
            </a:r>
            <a:r>
              <a:rPr lang="pt-BR"/>
              <a:t>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7"/>
          <p:cNvSpPr txBox="1"/>
          <p:nvPr>
            <p:ph type="title"/>
          </p:nvPr>
        </p:nvSpPr>
        <p:spPr>
          <a:xfrm>
            <a:off x="311700" y="283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Estimar COVID-19 com alguma </a:t>
            </a:r>
            <a:r>
              <a:rPr lang="pt-BR"/>
              <a:t>Confiança!</a:t>
            </a:r>
            <a:endParaRPr/>
          </a:p>
        </p:txBody>
      </p:sp>
      <p:sp>
        <p:nvSpPr>
          <p:cNvPr id="127" name="Google Shape;12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128" name="Google Shape;128;p27"/>
          <p:cNvGrpSpPr/>
          <p:nvPr/>
        </p:nvGrpSpPr>
        <p:grpSpPr>
          <a:xfrm>
            <a:off x="-223200" y="1065725"/>
            <a:ext cx="9590400" cy="572700"/>
            <a:chOff x="-223200" y="1065725"/>
            <a:chExt cx="9590400" cy="572700"/>
          </a:xfrm>
        </p:grpSpPr>
        <p:sp>
          <p:nvSpPr>
            <p:cNvPr id="129" name="Google Shape;129;p27"/>
            <p:cNvSpPr/>
            <p:nvPr/>
          </p:nvSpPr>
          <p:spPr>
            <a:xfrm>
              <a:off x="-223200" y="1065725"/>
              <a:ext cx="399600" cy="5727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1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30" name="Google Shape;130;p27"/>
            <p:cNvSpPr/>
            <p:nvPr/>
          </p:nvSpPr>
          <p:spPr>
            <a:xfrm>
              <a:off x="1764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31" name="Google Shape;131;p27"/>
            <p:cNvSpPr/>
            <p:nvPr/>
          </p:nvSpPr>
          <p:spPr>
            <a:xfrm>
              <a:off x="5760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32" name="Google Shape;132;p27"/>
            <p:cNvSpPr/>
            <p:nvPr/>
          </p:nvSpPr>
          <p:spPr>
            <a:xfrm>
              <a:off x="9756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33" name="Google Shape;133;p27"/>
            <p:cNvSpPr/>
            <p:nvPr/>
          </p:nvSpPr>
          <p:spPr>
            <a:xfrm>
              <a:off x="1375200" y="1065725"/>
              <a:ext cx="399600" cy="5727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1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34" name="Google Shape;134;p27"/>
            <p:cNvSpPr/>
            <p:nvPr/>
          </p:nvSpPr>
          <p:spPr>
            <a:xfrm>
              <a:off x="17748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35" name="Google Shape;135;p27"/>
            <p:cNvSpPr/>
            <p:nvPr/>
          </p:nvSpPr>
          <p:spPr>
            <a:xfrm>
              <a:off x="21744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36" name="Google Shape;136;p27"/>
            <p:cNvSpPr/>
            <p:nvPr/>
          </p:nvSpPr>
          <p:spPr>
            <a:xfrm>
              <a:off x="25740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37" name="Google Shape;137;p27"/>
            <p:cNvSpPr/>
            <p:nvPr/>
          </p:nvSpPr>
          <p:spPr>
            <a:xfrm>
              <a:off x="29736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38" name="Google Shape;138;p27"/>
            <p:cNvSpPr/>
            <p:nvPr/>
          </p:nvSpPr>
          <p:spPr>
            <a:xfrm>
              <a:off x="33732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39" name="Google Shape;139;p27"/>
            <p:cNvSpPr/>
            <p:nvPr/>
          </p:nvSpPr>
          <p:spPr>
            <a:xfrm>
              <a:off x="37728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40" name="Google Shape;140;p27"/>
            <p:cNvSpPr/>
            <p:nvPr/>
          </p:nvSpPr>
          <p:spPr>
            <a:xfrm>
              <a:off x="4172400" y="1065725"/>
              <a:ext cx="399600" cy="5727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1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41" name="Google Shape;141;p27"/>
            <p:cNvSpPr/>
            <p:nvPr/>
          </p:nvSpPr>
          <p:spPr>
            <a:xfrm>
              <a:off x="45720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42" name="Google Shape;142;p27"/>
            <p:cNvSpPr/>
            <p:nvPr/>
          </p:nvSpPr>
          <p:spPr>
            <a:xfrm>
              <a:off x="49716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43" name="Google Shape;143;p27"/>
            <p:cNvSpPr/>
            <p:nvPr/>
          </p:nvSpPr>
          <p:spPr>
            <a:xfrm>
              <a:off x="53712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44" name="Google Shape;144;p27"/>
            <p:cNvSpPr/>
            <p:nvPr/>
          </p:nvSpPr>
          <p:spPr>
            <a:xfrm>
              <a:off x="57708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45" name="Google Shape;145;p27"/>
            <p:cNvSpPr/>
            <p:nvPr/>
          </p:nvSpPr>
          <p:spPr>
            <a:xfrm>
              <a:off x="61704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46" name="Google Shape;146;p27"/>
            <p:cNvSpPr/>
            <p:nvPr/>
          </p:nvSpPr>
          <p:spPr>
            <a:xfrm>
              <a:off x="65700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47" name="Google Shape;147;p27"/>
            <p:cNvSpPr/>
            <p:nvPr/>
          </p:nvSpPr>
          <p:spPr>
            <a:xfrm>
              <a:off x="69696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48" name="Google Shape;148;p27"/>
            <p:cNvSpPr/>
            <p:nvPr/>
          </p:nvSpPr>
          <p:spPr>
            <a:xfrm>
              <a:off x="73692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49" name="Google Shape;149;p27"/>
            <p:cNvSpPr/>
            <p:nvPr/>
          </p:nvSpPr>
          <p:spPr>
            <a:xfrm>
              <a:off x="77688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50" name="Google Shape;150;p27"/>
            <p:cNvSpPr/>
            <p:nvPr/>
          </p:nvSpPr>
          <p:spPr>
            <a:xfrm>
              <a:off x="81684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51" name="Google Shape;151;p27"/>
            <p:cNvSpPr/>
            <p:nvPr/>
          </p:nvSpPr>
          <p:spPr>
            <a:xfrm>
              <a:off x="8568000" y="1065725"/>
              <a:ext cx="399600" cy="5727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1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52" name="Google Shape;152;p27"/>
            <p:cNvSpPr/>
            <p:nvPr/>
          </p:nvSpPr>
          <p:spPr>
            <a:xfrm>
              <a:off x="89676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153" name="Google Shape;153;p27"/>
          <p:cNvSpPr txBox="1"/>
          <p:nvPr/>
        </p:nvSpPr>
        <p:spPr>
          <a:xfrm>
            <a:off x="96225" y="732675"/>
            <a:ext cx="42627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População</a:t>
            </a:r>
            <a:endParaRPr/>
          </a:p>
        </p:txBody>
      </p:sp>
      <p:grpSp>
        <p:nvGrpSpPr>
          <p:cNvPr id="154" name="Google Shape;154;p27"/>
          <p:cNvGrpSpPr/>
          <p:nvPr/>
        </p:nvGrpSpPr>
        <p:grpSpPr>
          <a:xfrm>
            <a:off x="421850" y="1944400"/>
            <a:ext cx="2667125" cy="859708"/>
            <a:chOff x="6354025" y="2623550"/>
            <a:chExt cx="2667125" cy="859708"/>
          </a:xfrm>
        </p:grpSpPr>
        <p:grpSp>
          <p:nvGrpSpPr>
            <p:cNvPr id="155" name="Google Shape;155;p27"/>
            <p:cNvGrpSpPr/>
            <p:nvPr/>
          </p:nvGrpSpPr>
          <p:grpSpPr>
            <a:xfrm>
              <a:off x="6354025" y="2623550"/>
              <a:ext cx="2667125" cy="741431"/>
              <a:chOff x="5917825" y="2712375"/>
              <a:chExt cx="2667125" cy="741431"/>
            </a:xfrm>
          </p:grpSpPr>
          <p:pic>
            <p:nvPicPr>
              <p:cNvPr id="156" name="Google Shape;156;p27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917825" y="3060206"/>
                <a:ext cx="393600" cy="393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7" name="Google Shape;157;p27"/>
              <p:cNvSpPr txBox="1"/>
              <p:nvPr/>
            </p:nvSpPr>
            <p:spPr>
              <a:xfrm>
                <a:off x="6193475" y="2712375"/>
                <a:ext cx="393600" cy="49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5300">
                    <a:latin typeface="Book Antiqua"/>
                    <a:ea typeface="Book Antiqua"/>
                    <a:cs typeface="Book Antiqua"/>
                    <a:sym typeface="Book Antiqua"/>
                  </a:rPr>
                  <a:t>{</a:t>
                </a:r>
                <a:endParaRPr sz="5300">
                  <a:latin typeface="Book Antiqua"/>
                  <a:ea typeface="Book Antiqua"/>
                  <a:cs typeface="Book Antiqua"/>
                  <a:sym typeface="Book Antiqua"/>
                </a:endParaRPr>
              </a:p>
            </p:txBody>
          </p:sp>
          <p:sp>
            <p:nvSpPr>
              <p:cNvPr id="158" name="Google Shape;158;p27"/>
              <p:cNvSpPr txBox="1"/>
              <p:nvPr/>
            </p:nvSpPr>
            <p:spPr>
              <a:xfrm>
                <a:off x="6875250" y="2865125"/>
                <a:ext cx="1709700" cy="49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/>
                  <a:t>1 → positivo</a:t>
                </a:r>
                <a:br>
                  <a:rPr lang="pt-BR"/>
                </a:br>
                <a:br>
                  <a:rPr lang="pt-BR"/>
                </a:br>
                <a:r>
                  <a:rPr lang="pt-BR"/>
                  <a:t>0 → caso contrário</a:t>
                </a:r>
                <a:endParaRPr/>
              </a:p>
            </p:txBody>
          </p:sp>
        </p:grpSp>
        <p:pic>
          <p:nvPicPr>
            <p:cNvPr descr="x_i =" id="159" name="Google Shape;159;p27" title="MathEquation,#0000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867848" y="2901882"/>
              <a:ext cx="481450" cy="184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i =" id="160" name="Google Shape;160;p27" title="MathEquation,#0000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867848" y="3298507"/>
              <a:ext cx="481450" cy="1847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/>
          <p:nvPr>
            <p:ph type="title"/>
          </p:nvPr>
        </p:nvSpPr>
        <p:spPr>
          <a:xfrm>
            <a:off x="311700" y="283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</a:t>
            </a:r>
            <a:r>
              <a:rPr lang="pt-BR"/>
              <a:t>stimar COVID-19 com alguma </a:t>
            </a:r>
            <a:r>
              <a:rPr lang="pt-BR"/>
              <a:t>Confiança</a:t>
            </a:r>
            <a:r>
              <a:rPr lang="pt-BR"/>
              <a:t>!</a:t>
            </a:r>
            <a:endParaRPr/>
          </a:p>
        </p:txBody>
      </p:sp>
      <p:sp>
        <p:nvSpPr>
          <p:cNvPr id="166" name="Google Shape;16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167" name="Google Shape;167;p28"/>
          <p:cNvGrpSpPr/>
          <p:nvPr/>
        </p:nvGrpSpPr>
        <p:grpSpPr>
          <a:xfrm>
            <a:off x="-223200" y="1065725"/>
            <a:ext cx="9590400" cy="572700"/>
            <a:chOff x="-223200" y="1065725"/>
            <a:chExt cx="9590400" cy="572700"/>
          </a:xfrm>
        </p:grpSpPr>
        <p:sp>
          <p:nvSpPr>
            <p:cNvPr id="168" name="Google Shape;168;p28"/>
            <p:cNvSpPr/>
            <p:nvPr/>
          </p:nvSpPr>
          <p:spPr>
            <a:xfrm>
              <a:off x="-223200" y="1065725"/>
              <a:ext cx="399600" cy="5727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1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69" name="Google Shape;169;p28"/>
            <p:cNvSpPr/>
            <p:nvPr/>
          </p:nvSpPr>
          <p:spPr>
            <a:xfrm>
              <a:off x="1764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70" name="Google Shape;170;p28"/>
            <p:cNvSpPr/>
            <p:nvPr/>
          </p:nvSpPr>
          <p:spPr>
            <a:xfrm>
              <a:off x="5760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71" name="Google Shape;171;p28"/>
            <p:cNvSpPr/>
            <p:nvPr/>
          </p:nvSpPr>
          <p:spPr>
            <a:xfrm>
              <a:off x="9756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72" name="Google Shape;172;p28"/>
            <p:cNvSpPr/>
            <p:nvPr/>
          </p:nvSpPr>
          <p:spPr>
            <a:xfrm>
              <a:off x="1375200" y="1065725"/>
              <a:ext cx="399600" cy="5727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1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73" name="Google Shape;173;p28"/>
            <p:cNvSpPr/>
            <p:nvPr/>
          </p:nvSpPr>
          <p:spPr>
            <a:xfrm>
              <a:off x="17748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74" name="Google Shape;174;p28"/>
            <p:cNvSpPr/>
            <p:nvPr/>
          </p:nvSpPr>
          <p:spPr>
            <a:xfrm>
              <a:off x="21744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75" name="Google Shape;175;p28"/>
            <p:cNvSpPr/>
            <p:nvPr/>
          </p:nvSpPr>
          <p:spPr>
            <a:xfrm>
              <a:off x="25740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76" name="Google Shape;176;p28"/>
            <p:cNvSpPr/>
            <p:nvPr/>
          </p:nvSpPr>
          <p:spPr>
            <a:xfrm>
              <a:off x="29736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77" name="Google Shape;177;p28"/>
            <p:cNvSpPr/>
            <p:nvPr/>
          </p:nvSpPr>
          <p:spPr>
            <a:xfrm>
              <a:off x="33732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78" name="Google Shape;178;p28"/>
            <p:cNvSpPr/>
            <p:nvPr/>
          </p:nvSpPr>
          <p:spPr>
            <a:xfrm>
              <a:off x="37728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79" name="Google Shape;179;p28"/>
            <p:cNvSpPr/>
            <p:nvPr/>
          </p:nvSpPr>
          <p:spPr>
            <a:xfrm>
              <a:off x="4172400" y="1065725"/>
              <a:ext cx="399600" cy="5727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1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80" name="Google Shape;180;p28"/>
            <p:cNvSpPr/>
            <p:nvPr/>
          </p:nvSpPr>
          <p:spPr>
            <a:xfrm>
              <a:off x="45720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81" name="Google Shape;181;p28"/>
            <p:cNvSpPr/>
            <p:nvPr/>
          </p:nvSpPr>
          <p:spPr>
            <a:xfrm>
              <a:off x="49716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82" name="Google Shape;182;p28"/>
            <p:cNvSpPr/>
            <p:nvPr/>
          </p:nvSpPr>
          <p:spPr>
            <a:xfrm>
              <a:off x="53712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83" name="Google Shape;183;p28"/>
            <p:cNvSpPr/>
            <p:nvPr/>
          </p:nvSpPr>
          <p:spPr>
            <a:xfrm>
              <a:off x="57708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84" name="Google Shape;184;p28"/>
            <p:cNvSpPr/>
            <p:nvPr/>
          </p:nvSpPr>
          <p:spPr>
            <a:xfrm>
              <a:off x="61704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85" name="Google Shape;185;p28"/>
            <p:cNvSpPr/>
            <p:nvPr/>
          </p:nvSpPr>
          <p:spPr>
            <a:xfrm>
              <a:off x="65700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86" name="Google Shape;186;p28"/>
            <p:cNvSpPr/>
            <p:nvPr/>
          </p:nvSpPr>
          <p:spPr>
            <a:xfrm>
              <a:off x="69696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87" name="Google Shape;187;p28"/>
            <p:cNvSpPr/>
            <p:nvPr/>
          </p:nvSpPr>
          <p:spPr>
            <a:xfrm>
              <a:off x="73692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88" name="Google Shape;188;p28"/>
            <p:cNvSpPr/>
            <p:nvPr/>
          </p:nvSpPr>
          <p:spPr>
            <a:xfrm>
              <a:off x="77688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89" name="Google Shape;189;p28"/>
            <p:cNvSpPr/>
            <p:nvPr/>
          </p:nvSpPr>
          <p:spPr>
            <a:xfrm>
              <a:off x="81684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90" name="Google Shape;190;p28"/>
            <p:cNvSpPr/>
            <p:nvPr/>
          </p:nvSpPr>
          <p:spPr>
            <a:xfrm>
              <a:off x="8568000" y="1065725"/>
              <a:ext cx="399600" cy="5727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1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91" name="Google Shape;191;p28"/>
            <p:cNvSpPr/>
            <p:nvPr/>
          </p:nvSpPr>
          <p:spPr>
            <a:xfrm>
              <a:off x="89676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192" name="Google Shape;192;p28"/>
          <p:cNvSpPr txBox="1"/>
          <p:nvPr/>
        </p:nvSpPr>
        <p:spPr>
          <a:xfrm>
            <a:off x="96225" y="732675"/>
            <a:ext cx="42627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População</a:t>
            </a:r>
            <a:endParaRPr/>
          </a:p>
        </p:txBody>
      </p:sp>
      <p:pic>
        <p:nvPicPr>
          <p:cNvPr descr="p \approx \bar{x} = \frac{1}{n}\sum_{i=1}^n x_i" id="193" name="Google Shape;193;p28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359" y="3315525"/>
            <a:ext cx="2871304" cy="495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4" name="Google Shape;194;p28"/>
          <p:cNvGrpSpPr/>
          <p:nvPr/>
        </p:nvGrpSpPr>
        <p:grpSpPr>
          <a:xfrm>
            <a:off x="421850" y="1944400"/>
            <a:ext cx="2667125" cy="859708"/>
            <a:chOff x="6354025" y="2623550"/>
            <a:chExt cx="2667125" cy="859708"/>
          </a:xfrm>
        </p:grpSpPr>
        <p:grpSp>
          <p:nvGrpSpPr>
            <p:cNvPr id="195" name="Google Shape;195;p28"/>
            <p:cNvGrpSpPr/>
            <p:nvPr/>
          </p:nvGrpSpPr>
          <p:grpSpPr>
            <a:xfrm>
              <a:off x="6354025" y="2623550"/>
              <a:ext cx="2667125" cy="741431"/>
              <a:chOff x="5917825" y="2712375"/>
              <a:chExt cx="2667125" cy="741431"/>
            </a:xfrm>
          </p:grpSpPr>
          <p:pic>
            <p:nvPicPr>
              <p:cNvPr id="196" name="Google Shape;196;p28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5917825" y="3060206"/>
                <a:ext cx="393600" cy="393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7" name="Google Shape;197;p28"/>
              <p:cNvSpPr txBox="1"/>
              <p:nvPr/>
            </p:nvSpPr>
            <p:spPr>
              <a:xfrm>
                <a:off x="6193475" y="2712375"/>
                <a:ext cx="393600" cy="49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5300">
                    <a:latin typeface="Book Antiqua"/>
                    <a:ea typeface="Book Antiqua"/>
                    <a:cs typeface="Book Antiqua"/>
                    <a:sym typeface="Book Antiqua"/>
                  </a:rPr>
                  <a:t>{</a:t>
                </a:r>
                <a:endParaRPr sz="5300">
                  <a:latin typeface="Book Antiqua"/>
                  <a:ea typeface="Book Antiqua"/>
                  <a:cs typeface="Book Antiqua"/>
                  <a:sym typeface="Book Antiqua"/>
                </a:endParaRPr>
              </a:p>
            </p:txBody>
          </p:sp>
          <p:sp>
            <p:nvSpPr>
              <p:cNvPr id="198" name="Google Shape;198;p28"/>
              <p:cNvSpPr txBox="1"/>
              <p:nvPr/>
            </p:nvSpPr>
            <p:spPr>
              <a:xfrm>
                <a:off x="6875250" y="2865125"/>
                <a:ext cx="1709700" cy="49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/>
                  <a:t>1 → positivo</a:t>
                </a:r>
                <a:br>
                  <a:rPr lang="pt-BR"/>
                </a:br>
                <a:br>
                  <a:rPr lang="pt-BR"/>
                </a:br>
                <a:r>
                  <a:rPr lang="pt-BR"/>
                  <a:t>0 → caso contrário</a:t>
                </a:r>
                <a:endParaRPr/>
              </a:p>
            </p:txBody>
          </p:sp>
        </p:grpSp>
        <p:pic>
          <p:nvPicPr>
            <p:cNvPr descr="x_i =" id="199" name="Google Shape;199;p28" title="MathEquation,#0000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867848" y="2901882"/>
              <a:ext cx="481450" cy="184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i =" id="200" name="Google Shape;200;p28" title="MathEquation,#0000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867848" y="3298507"/>
              <a:ext cx="481450" cy="1847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1" name="Google Shape;201;p28"/>
          <p:cNvSpPr/>
          <p:nvPr/>
        </p:nvSpPr>
        <p:spPr>
          <a:xfrm>
            <a:off x="3352550" y="3315525"/>
            <a:ext cx="5742600" cy="4953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 Observe como a fração de infectados é uma média, só chamei de p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9"/>
          <p:cNvSpPr txBox="1"/>
          <p:nvPr>
            <p:ph type="title"/>
          </p:nvPr>
        </p:nvSpPr>
        <p:spPr>
          <a:xfrm>
            <a:off x="311700" y="283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</a:t>
            </a:r>
            <a:r>
              <a:rPr lang="pt-BR"/>
              <a:t>stimar COVID-19 com alguma </a:t>
            </a:r>
            <a:r>
              <a:rPr lang="pt-BR"/>
              <a:t>Confiança</a:t>
            </a:r>
            <a:r>
              <a:rPr lang="pt-BR"/>
              <a:t>!</a:t>
            </a:r>
            <a:endParaRPr/>
          </a:p>
        </p:txBody>
      </p:sp>
      <p:sp>
        <p:nvSpPr>
          <p:cNvPr id="207" name="Google Shape;20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208" name="Google Shape;208;p29"/>
          <p:cNvGrpSpPr/>
          <p:nvPr/>
        </p:nvGrpSpPr>
        <p:grpSpPr>
          <a:xfrm>
            <a:off x="-223200" y="1065725"/>
            <a:ext cx="9590400" cy="572700"/>
            <a:chOff x="-223200" y="1065725"/>
            <a:chExt cx="9590400" cy="572700"/>
          </a:xfrm>
        </p:grpSpPr>
        <p:sp>
          <p:nvSpPr>
            <p:cNvPr id="209" name="Google Shape;209;p29"/>
            <p:cNvSpPr/>
            <p:nvPr/>
          </p:nvSpPr>
          <p:spPr>
            <a:xfrm>
              <a:off x="-223200" y="1065725"/>
              <a:ext cx="399600" cy="5727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1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10" name="Google Shape;210;p29"/>
            <p:cNvSpPr/>
            <p:nvPr/>
          </p:nvSpPr>
          <p:spPr>
            <a:xfrm>
              <a:off x="1764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11" name="Google Shape;211;p29"/>
            <p:cNvSpPr/>
            <p:nvPr/>
          </p:nvSpPr>
          <p:spPr>
            <a:xfrm>
              <a:off x="5760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12" name="Google Shape;212;p29"/>
            <p:cNvSpPr/>
            <p:nvPr/>
          </p:nvSpPr>
          <p:spPr>
            <a:xfrm>
              <a:off x="9756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13" name="Google Shape;213;p29"/>
            <p:cNvSpPr/>
            <p:nvPr/>
          </p:nvSpPr>
          <p:spPr>
            <a:xfrm>
              <a:off x="1375200" y="1065725"/>
              <a:ext cx="399600" cy="5727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1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14" name="Google Shape;214;p29"/>
            <p:cNvSpPr/>
            <p:nvPr/>
          </p:nvSpPr>
          <p:spPr>
            <a:xfrm>
              <a:off x="17748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15" name="Google Shape;215;p29"/>
            <p:cNvSpPr/>
            <p:nvPr/>
          </p:nvSpPr>
          <p:spPr>
            <a:xfrm>
              <a:off x="21744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16" name="Google Shape;216;p29"/>
            <p:cNvSpPr/>
            <p:nvPr/>
          </p:nvSpPr>
          <p:spPr>
            <a:xfrm>
              <a:off x="25740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17" name="Google Shape;217;p29"/>
            <p:cNvSpPr/>
            <p:nvPr/>
          </p:nvSpPr>
          <p:spPr>
            <a:xfrm>
              <a:off x="29736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18" name="Google Shape;218;p29"/>
            <p:cNvSpPr/>
            <p:nvPr/>
          </p:nvSpPr>
          <p:spPr>
            <a:xfrm>
              <a:off x="33732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19" name="Google Shape;219;p29"/>
            <p:cNvSpPr/>
            <p:nvPr/>
          </p:nvSpPr>
          <p:spPr>
            <a:xfrm>
              <a:off x="37728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20" name="Google Shape;220;p29"/>
            <p:cNvSpPr/>
            <p:nvPr/>
          </p:nvSpPr>
          <p:spPr>
            <a:xfrm>
              <a:off x="4172400" y="1065725"/>
              <a:ext cx="399600" cy="5727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1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21" name="Google Shape;221;p29"/>
            <p:cNvSpPr/>
            <p:nvPr/>
          </p:nvSpPr>
          <p:spPr>
            <a:xfrm>
              <a:off x="45720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22" name="Google Shape;222;p29"/>
            <p:cNvSpPr/>
            <p:nvPr/>
          </p:nvSpPr>
          <p:spPr>
            <a:xfrm>
              <a:off x="49716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23" name="Google Shape;223;p29"/>
            <p:cNvSpPr/>
            <p:nvPr/>
          </p:nvSpPr>
          <p:spPr>
            <a:xfrm>
              <a:off x="53712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24" name="Google Shape;224;p29"/>
            <p:cNvSpPr/>
            <p:nvPr/>
          </p:nvSpPr>
          <p:spPr>
            <a:xfrm>
              <a:off x="57708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25" name="Google Shape;225;p29"/>
            <p:cNvSpPr/>
            <p:nvPr/>
          </p:nvSpPr>
          <p:spPr>
            <a:xfrm>
              <a:off x="61704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26" name="Google Shape;226;p29"/>
            <p:cNvSpPr/>
            <p:nvPr/>
          </p:nvSpPr>
          <p:spPr>
            <a:xfrm>
              <a:off x="65700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27" name="Google Shape;227;p29"/>
            <p:cNvSpPr/>
            <p:nvPr/>
          </p:nvSpPr>
          <p:spPr>
            <a:xfrm>
              <a:off x="69696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28" name="Google Shape;228;p29"/>
            <p:cNvSpPr/>
            <p:nvPr/>
          </p:nvSpPr>
          <p:spPr>
            <a:xfrm>
              <a:off x="73692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29" name="Google Shape;229;p29"/>
            <p:cNvSpPr/>
            <p:nvPr/>
          </p:nvSpPr>
          <p:spPr>
            <a:xfrm>
              <a:off x="77688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30" name="Google Shape;230;p29"/>
            <p:cNvSpPr/>
            <p:nvPr/>
          </p:nvSpPr>
          <p:spPr>
            <a:xfrm>
              <a:off x="81684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31" name="Google Shape;231;p29"/>
            <p:cNvSpPr/>
            <p:nvPr/>
          </p:nvSpPr>
          <p:spPr>
            <a:xfrm>
              <a:off x="8568000" y="1065725"/>
              <a:ext cx="399600" cy="5727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1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32" name="Google Shape;232;p29"/>
            <p:cNvSpPr/>
            <p:nvPr/>
          </p:nvSpPr>
          <p:spPr>
            <a:xfrm>
              <a:off x="89676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233" name="Google Shape;233;p29"/>
          <p:cNvSpPr txBox="1"/>
          <p:nvPr/>
        </p:nvSpPr>
        <p:spPr>
          <a:xfrm>
            <a:off x="96225" y="732675"/>
            <a:ext cx="42627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População</a:t>
            </a:r>
            <a:endParaRPr/>
          </a:p>
        </p:txBody>
      </p:sp>
      <p:pic>
        <p:nvPicPr>
          <p:cNvPr descr="p \approx \bar{x} = \frac{1}{n}\sum_{i=1}^n x_i" id="234" name="Google Shape;234;p29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359" y="3315525"/>
            <a:ext cx="2871304" cy="495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5" name="Google Shape;235;p29"/>
          <p:cNvGrpSpPr/>
          <p:nvPr/>
        </p:nvGrpSpPr>
        <p:grpSpPr>
          <a:xfrm>
            <a:off x="421850" y="1944400"/>
            <a:ext cx="2667125" cy="859708"/>
            <a:chOff x="6354025" y="2623550"/>
            <a:chExt cx="2667125" cy="859708"/>
          </a:xfrm>
        </p:grpSpPr>
        <p:grpSp>
          <p:nvGrpSpPr>
            <p:cNvPr id="236" name="Google Shape;236;p29"/>
            <p:cNvGrpSpPr/>
            <p:nvPr/>
          </p:nvGrpSpPr>
          <p:grpSpPr>
            <a:xfrm>
              <a:off x="6354025" y="2623550"/>
              <a:ext cx="2667125" cy="741431"/>
              <a:chOff x="5917825" y="2712375"/>
              <a:chExt cx="2667125" cy="741431"/>
            </a:xfrm>
          </p:grpSpPr>
          <p:pic>
            <p:nvPicPr>
              <p:cNvPr id="237" name="Google Shape;237;p2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5917825" y="3060206"/>
                <a:ext cx="393600" cy="393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8" name="Google Shape;238;p29"/>
              <p:cNvSpPr txBox="1"/>
              <p:nvPr/>
            </p:nvSpPr>
            <p:spPr>
              <a:xfrm>
                <a:off x="6193475" y="2712375"/>
                <a:ext cx="393600" cy="49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5300">
                    <a:latin typeface="Book Antiqua"/>
                    <a:ea typeface="Book Antiqua"/>
                    <a:cs typeface="Book Antiqua"/>
                    <a:sym typeface="Book Antiqua"/>
                  </a:rPr>
                  <a:t>{</a:t>
                </a:r>
                <a:endParaRPr sz="5300">
                  <a:latin typeface="Book Antiqua"/>
                  <a:ea typeface="Book Antiqua"/>
                  <a:cs typeface="Book Antiqua"/>
                  <a:sym typeface="Book Antiqua"/>
                </a:endParaRPr>
              </a:p>
            </p:txBody>
          </p:sp>
          <p:sp>
            <p:nvSpPr>
              <p:cNvPr id="239" name="Google Shape;239;p29"/>
              <p:cNvSpPr txBox="1"/>
              <p:nvPr/>
            </p:nvSpPr>
            <p:spPr>
              <a:xfrm>
                <a:off x="6875250" y="2865125"/>
                <a:ext cx="1709700" cy="49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/>
                  <a:t>1 → positivo</a:t>
                </a:r>
                <a:br>
                  <a:rPr lang="pt-BR"/>
                </a:br>
                <a:br>
                  <a:rPr lang="pt-BR"/>
                </a:br>
                <a:r>
                  <a:rPr lang="pt-BR"/>
                  <a:t>0 → caso contrário</a:t>
                </a:r>
                <a:endParaRPr/>
              </a:p>
            </p:txBody>
          </p:sp>
        </p:grpSp>
        <p:pic>
          <p:nvPicPr>
            <p:cNvPr descr="x_i =" id="240" name="Google Shape;240;p29" title="MathEquation,#0000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867848" y="2901882"/>
              <a:ext cx="481450" cy="184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i =" id="241" name="Google Shape;241;p29" title="MathEquation,#0000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867848" y="3298507"/>
              <a:ext cx="481450" cy="1847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\sigma^2 \approx s^2 = \frac{1}{n-1}\sum_{i=1}^n (x_i - \bar{x})^2 = p(1-p)" id="242" name="Google Shape;242;p29" title="MathEquation,#000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1850" y="4072419"/>
            <a:ext cx="5742608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9"/>
          <p:cNvSpPr/>
          <p:nvPr/>
        </p:nvSpPr>
        <p:spPr>
          <a:xfrm>
            <a:off x="3352550" y="3315525"/>
            <a:ext cx="5742600" cy="4953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 Observe como a fração de infectados é uma média, só chamei de p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249" name="Google Shape;249;p30"/>
          <p:cNvGrpSpPr/>
          <p:nvPr/>
        </p:nvGrpSpPr>
        <p:grpSpPr>
          <a:xfrm>
            <a:off x="-223200" y="1065725"/>
            <a:ext cx="9590400" cy="572700"/>
            <a:chOff x="-223200" y="1065725"/>
            <a:chExt cx="9590400" cy="572700"/>
          </a:xfrm>
        </p:grpSpPr>
        <p:sp>
          <p:nvSpPr>
            <p:cNvPr id="250" name="Google Shape;250;p30"/>
            <p:cNvSpPr/>
            <p:nvPr/>
          </p:nvSpPr>
          <p:spPr>
            <a:xfrm>
              <a:off x="-223200" y="1065725"/>
              <a:ext cx="399600" cy="5727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1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51" name="Google Shape;251;p30"/>
            <p:cNvSpPr/>
            <p:nvPr/>
          </p:nvSpPr>
          <p:spPr>
            <a:xfrm>
              <a:off x="1764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52" name="Google Shape;252;p30"/>
            <p:cNvSpPr/>
            <p:nvPr/>
          </p:nvSpPr>
          <p:spPr>
            <a:xfrm>
              <a:off x="5760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53" name="Google Shape;253;p30"/>
            <p:cNvSpPr/>
            <p:nvPr/>
          </p:nvSpPr>
          <p:spPr>
            <a:xfrm>
              <a:off x="9756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54" name="Google Shape;254;p30"/>
            <p:cNvSpPr/>
            <p:nvPr/>
          </p:nvSpPr>
          <p:spPr>
            <a:xfrm>
              <a:off x="1375200" y="1065725"/>
              <a:ext cx="399600" cy="5727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1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55" name="Google Shape;255;p30"/>
            <p:cNvSpPr/>
            <p:nvPr/>
          </p:nvSpPr>
          <p:spPr>
            <a:xfrm>
              <a:off x="17748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56" name="Google Shape;256;p30"/>
            <p:cNvSpPr/>
            <p:nvPr/>
          </p:nvSpPr>
          <p:spPr>
            <a:xfrm>
              <a:off x="21744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57" name="Google Shape;257;p30"/>
            <p:cNvSpPr/>
            <p:nvPr/>
          </p:nvSpPr>
          <p:spPr>
            <a:xfrm>
              <a:off x="25740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58" name="Google Shape;258;p30"/>
            <p:cNvSpPr/>
            <p:nvPr/>
          </p:nvSpPr>
          <p:spPr>
            <a:xfrm>
              <a:off x="29736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59" name="Google Shape;259;p30"/>
            <p:cNvSpPr/>
            <p:nvPr/>
          </p:nvSpPr>
          <p:spPr>
            <a:xfrm>
              <a:off x="33732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60" name="Google Shape;260;p30"/>
            <p:cNvSpPr/>
            <p:nvPr/>
          </p:nvSpPr>
          <p:spPr>
            <a:xfrm>
              <a:off x="37728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61" name="Google Shape;261;p30"/>
            <p:cNvSpPr/>
            <p:nvPr/>
          </p:nvSpPr>
          <p:spPr>
            <a:xfrm>
              <a:off x="4172400" y="1065725"/>
              <a:ext cx="399600" cy="5727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1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62" name="Google Shape;262;p30"/>
            <p:cNvSpPr/>
            <p:nvPr/>
          </p:nvSpPr>
          <p:spPr>
            <a:xfrm>
              <a:off x="45720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63" name="Google Shape;263;p30"/>
            <p:cNvSpPr/>
            <p:nvPr/>
          </p:nvSpPr>
          <p:spPr>
            <a:xfrm>
              <a:off x="49716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64" name="Google Shape;264;p30"/>
            <p:cNvSpPr/>
            <p:nvPr/>
          </p:nvSpPr>
          <p:spPr>
            <a:xfrm>
              <a:off x="53712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65" name="Google Shape;265;p30"/>
            <p:cNvSpPr/>
            <p:nvPr/>
          </p:nvSpPr>
          <p:spPr>
            <a:xfrm>
              <a:off x="57708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66" name="Google Shape;266;p30"/>
            <p:cNvSpPr/>
            <p:nvPr/>
          </p:nvSpPr>
          <p:spPr>
            <a:xfrm>
              <a:off x="61704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67" name="Google Shape;267;p30"/>
            <p:cNvSpPr/>
            <p:nvPr/>
          </p:nvSpPr>
          <p:spPr>
            <a:xfrm>
              <a:off x="65700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68" name="Google Shape;268;p30"/>
            <p:cNvSpPr/>
            <p:nvPr/>
          </p:nvSpPr>
          <p:spPr>
            <a:xfrm>
              <a:off x="69696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69" name="Google Shape;269;p30"/>
            <p:cNvSpPr/>
            <p:nvPr/>
          </p:nvSpPr>
          <p:spPr>
            <a:xfrm>
              <a:off x="73692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70" name="Google Shape;270;p30"/>
            <p:cNvSpPr/>
            <p:nvPr/>
          </p:nvSpPr>
          <p:spPr>
            <a:xfrm>
              <a:off x="77688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71" name="Google Shape;271;p30"/>
            <p:cNvSpPr/>
            <p:nvPr/>
          </p:nvSpPr>
          <p:spPr>
            <a:xfrm>
              <a:off x="81684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72" name="Google Shape;272;p30"/>
            <p:cNvSpPr/>
            <p:nvPr/>
          </p:nvSpPr>
          <p:spPr>
            <a:xfrm>
              <a:off x="8568000" y="1065725"/>
              <a:ext cx="399600" cy="5727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1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73" name="Google Shape;273;p30"/>
            <p:cNvSpPr/>
            <p:nvPr/>
          </p:nvSpPr>
          <p:spPr>
            <a:xfrm>
              <a:off x="89676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274" name="Google Shape;274;p30"/>
          <p:cNvSpPr txBox="1"/>
          <p:nvPr/>
        </p:nvSpPr>
        <p:spPr>
          <a:xfrm>
            <a:off x="96225" y="732675"/>
            <a:ext cx="42627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População</a:t>
            </a:r>
            <a:endParaRPr/>
          </a:p>
        </p:txBody>
      </p:sp>
      <p:pic>
        <p:nvPicPr>
          <p:cNvPr descr="p \approx \bar{x} = \frac{1}{n}\sum_{i=1}^n x_i" id="275" name="Google Shape;275;p30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359" y="3315525"/>
            <a:ext cx="2871304" cy="495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6" name="Google Shape;276;p30"/>
          <p:cNvGrpSpPr/>
          <p:nvPr/>
        </p:nvGrpSpPr>
        <p:grpSpPr>
          <a:xfrm>
            <a:off x="421850" y="1944400"/>
            <a:ext cx="2667125" cy="859708"/>
            <a:chOff x="6354025" y="2623550"/>
            <a:chExt cx="2667125" cy="859708"/>
          </a:xfrm>
        </p:grpSpPr>
        <p:grpSp>
          <p:nvGrpSpPr>
            <p:cNvPr id="277" name="Google Shape;277;p30"/>
            <p:cNvGrpSpPr/>
            <p:nvPr/>
          </p:nvGrpSpPr>
          <p:grpSpPr>
            <a:xfrm>
              <a:off x="6354025" y="2623550"/>
              <a:ext cx="2667125" cy="741431"/>
              <a:chOff x="5917825" y="2712375"/>
              <a:chExt cx="2667125" cy="741431"/>
            </a:xfrm>
          </p:grpSpPr>
          <p:pic>
            <p:nvPicPr>
              <p:cNvPr id="278" name="Google Shape;278;p30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5917825" y="3060206"/>
                <a:ext cx="393600" cy="393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9" name="Google Shape;279;p30"/>
              <p:cNvSpPr txBox="1"/>
              <p:nvPr/>
            </p:nvSpPr>
            <p:spPr>
              <a:xfrm>
                <a:off x="6193475" y="2712375"/>
                <a:ext cx="393600" cy="49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5300">
                    <a:latin typeface="Book Antiqua"/>
                    <a:ea typeface="Book Antiqua"/>
                    <a:cs typeface="Book Antiqua"/>
                    <a:sym typeface="Book Antiqua"/>
                  </a:rPr>
                  <a:t>{</a:t>
                </a:r>
                <a:endParaRPr sz="5300">
                  <a:latin typeface="Book Antiqua"/>
                  <a:ea typeface="Book Antiqua"/>
                  <a:cs typeface="Book Antiqua"/>
                  <a:sym typeface="Book Antiqua"/>
                </a:endParaRPr>
              </a:p>
            </p:txBody>
          </p:sp>
          <p:sp>
            <p:nvSpPr>
              <p:cNvPr id="280" name="Google Shape;280;p30"/>
              <p:cNvSpPr txBox="1"/>
              <p:nvPr/>
            </p:nvSpPr>
            <p:spPr>
              <a:xfrm>
                <a:off x="6875250" y="2865125"/>
                <a:ext cx="1709700" cy="49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/>
                  <a:t>1 → positivo</a:t>
                </a:r>
                <a:br>
                  <a:rPr lang="pt-BR"/>
                </a:br>
                <a:br>
                  <a:rPr lang="pt-BR"/>
                </a:br>
                <a:r>
                  <a:rPr lang="pt-BR"/>
                  <a:t>0 → caso contrário</a:t>
                </a:r>
                <a:endParaRPr/>
              </a:p>
            </p:txBody>
          </p:sp>
        </p:grpSp>
        <p:pic>
          <p:nvPicPr>
            <p:cNvPr descr="x_i =" id="281" name="Google Shape;281;p30" title="MathEquation,#0000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867848" y="2901882"/>
              <a:ext cx="481450" cy="184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i =" id="282" name="Google Shape;282;p30" title="MathEquation,#0000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867848" y="3298507"/>
              <a:ext cx="481450" cy="1847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\sigma^2 \approx s^2 = \frac{1}{n-1}\sum_{i=1}^n (x_i - \bar{x})^2 = p(1-p)" id="283" name="Google Shape;283;p30" title="MathEquation,#000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1850" y="4072419"/>
            <a:ext cx="5742608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0"/>
          <p:cNvSpPr/>
          <p:nvPr/>
        </p:nvSpPr>
        <p:spPr>
          <a:xfrm>
            <a:off x="3352550" y="3315525"/>
            <a:ext cx="5742600" cy="4953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 Observe como a fração de infectados é uma média, só chamei de p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85" name="Google Shape;285;p30"/>
          <p:cNvSpPr/>
          <p:nvPr/>
        </p:nvSpPr>
        <p:spPr>
          <a:xfrm>
            <a:off x="6223850" y="3924400"/>
            <a:ext cx="2871300" cy="8598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Variância. O p(1-p) vale para dados binários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86" name="Google Shape;286;p30"/>
          <p:cNvSpPr txBox="1"/>
          <p:nvPr>
            <p:ph type="title"/>
          </p:nvPr>
        </p:nvSpPr>
        <p:spPr>
          <a:xfrm>
            <a:off x="311700" y="283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</a:t>
            </a:r>
            <a:r>
              <a:rPr lang="pt-BR"/>
              <a:t>stimar COVID-19 com alguma Confiança!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292" name="Google Shape;292;p31"/>
          <p:cNvGrpSpPr/>
          <p:nvPr/>
        </p:nvGrpSpPr>
        <p:grpSpPr>
          <a:xfrm>
            <a:off x="-223200" y="1065725"/>
            <a:ext cx="9590400" cy="572700"/>
            <a:chOff x="-223200" y="1065725"/>
            <a:chExt cx="9590400" cy="572700"/>
          </a:xfrm>
        </p:grpSpPr>
        <p:sp>
          <p:nvSpPr>
            <p:cNvPr id="293" name="Google Shape;293;p31"/>
            <p:cNvSpPr/>
            <p:nvPr/>
          </p:nvSpPr>
          <p:spPr>
            <a:xfrm>
              <a:off x="-223200" y="1065725"/>
              <a:ext cx="399600" cy="5727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1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94" name="Google Shape;294;p31"/>
            <p:cNvSpPr/>
            <p:nvPr/>
          </p:nvSpPr>
          <p:spPr>
            <a:xfrm>
              <a:off x="1764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95" name="Google Shape;295;p31"/>
            <p:cNvSpPr/>
            <p:nvPr/>
          </p:nvSpPr>
          <p:spPr>
            <a:xfrm>
              <a:off x="5760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96" name="Google Shape;296;p31"/>
            <p:cNvSpPr/>
            <p:nvPr/>
          </p:nvSpPr>
          <p:spPr>
            <a:xfrm>
              <a:off x="9756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97" name="Google Shape;297;p31"/>
            <p:cNvSpPr/>
            <p:nvPr/>
          </p:nvSpPr>
          <p:spPr>
            <a:xfrm>
              <a:off x="1375200" y="1065725"/>
              <a:ext cx="399600" cy="5727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1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98" name="Google Shape;298;p31"/>
            <p:cNvSpPr/>
            <p:nvPr/>
          </p:nvSpPr>
          <p:spPr>
            <a:xfrm>
              <a:off x="17748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99" name="Google Shape;299;p31"/>
            <p:cNvSpPr/>
            <p:nvPr/>
          </p:nvSpPr>
          <p:spPr>
            <a:xfrm>
              <a:off x="21744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00" name="Google Shape;300;p31"/>
            <p:cNvSpPr/>
            <p:nvPr/>
          </p:nvSpPr>
          <p:spPr>
            <a:xfrm>
              <a:off x="25740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01" name="Google Shape;301;p31"/>
            <p:cNvSpPr/>
            <p:nvPr/>
          </p:nvSpPr>
          <p:spPr>
            <a:xfrm>
              <a:off x="29736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02" name="Google Shape;302;p31"/>
            <p:cNvSpPr/>
            <p:nvPr/>
          </p:nvSpPr>
          <p:spPr>
            <a:xfrm>
              <a:off x="33732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03" name="Google Shape;303;p31"/>
            <p:cNvSpPr/>
            <p:nvPr/>
          </p:nvSpPr>
          <p:spPr>
            <a:xfrm>
              <a:off x="37728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04" name="Google Shape;304;p31"/>
            <p:cNvSpPr/>
            <p:nvPr/>
          </p:nvSpPr>
          <p:spPr>
            <a:xfrm>
              <a:off x="4172400" y="1065725"/>
              <a:ext cx="399600" cy="5727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1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05" name="Google Shape;305;p31"/>
            <p:cNvSpPr/>
            <p:nvPr/>
          </p:nvSpPr>
          <p:spPr>
            <a:xfrm>
              <a:off x="45720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06" name="Google Shape;306;p31"/>
            <p:cNvSpPr/>
            <p:nvPr/>
          </p:nvSpPr>
          <p:spPr>
            <a:xfrm>
              <a:off x="49716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07" name="Google Shape;307;p31"/>
            <p:cNvSpPr/>
            <p:nvPr/>
          </p:nvSpPr>
          <p:spPr>
            <a:xfrm>
              <a:off x="53712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08" name="Google Shape;308;p31"/>
            <p:cNvSpPr/>
            <p:nvPr/>
          </p:nvSpPr>
          <p:spPr>
            <a:xfrm>
              <a:off x="57708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09" name="Google Shape;309;p31"/>
            <p:cNvSpPr/>
            <p:nvPr/>
          </p:nvSpPr>
          <p:spPr>
            <a:xfrm>
              <a:off x="61704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10" name="Google Shape;310;p31"/>
            <p:cNvSpPr/>
            <p:nvPr/>
          </p:nvSpPr>
          <p:spPr>
            <a:xfrm>
              <a:off x="65700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11" name="Google Shape;311;p31"/>
            <p:cNvSpPr/>
            <p:nvPr/>
          </p:nvSpPr>
          <p:spPr>
            <a:xfrm>
              <a:off x="69696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12" name="Google Shape;312;p31"/>
            <p:cNvSpPr/>
            <p:nvPr/>
          </p:nvSpPr>
          <p:spPr>
            <a:xfrm>
              <a:off x="73692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13" name="Google Shape;313;p31"/>
            <p:cNvSpPr/>
            <p:nvPr/>
          </p:nvSpPr>
          <p:spPr>
            <a:xfrm>
              <a:off x="77688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14" name="Google Shape;314;p31"/>
            <p:cNvSpPr/>
            <p:nvPr/>
          </p:nvSpPr>
          <p:spPr>
            <a:xfrm>
              <a:off x="81684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15" name="Google Shape;315;p31"/>
            <p:cNvSpPr/>
            <p:nvPr/>
          </p:nvSpPr>
          <p:spPr>
            <a:xfrm>
              <a:off x="8568000" y="1065725"/>
              <a:ext cx="399600" cy="5727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1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16" name="Google Shape;316;p31"/>
            <p:cNvSpPr/>
            <p:nvPr/>
          </p:nvSpPr>
          <p:spPr>
            <a:xfrm>
              <a:off x="89676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317" name="Google Shape;317;p31"/>
          <p:cNvSpPr txBox="1"/>
          <p:nvPr/>
        </p:nvSpPr>
        <p:spPr>
          <a:xfrm>
            <a:off x="96225" y="732675"/>
            <a:ext cx="42627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População</a:t>
            </a:r>
            <a:endParaRPr/>
          </a:p>
        </p:txBody>
      </p:sp>
      <p:pic>
        <p:nvPicPr>
          <p:cNvPr descr="p \approx \bar{x} = \frac{1}{n}\sum_{i=1}^n x_i" id="318" name="Google Shape;318;p31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359" y="3315525"/>
            <a:ext cx="2871304" cy="495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9" name="Google Shape;319;p31"/>
          <p:cNvGrpSpPr/>
          <p:nvPr/>
        </p:nvGrpSpPr>
        <p:grpSpPr>
          <a:xfrm>
            <a:off x="421850" y="1944400"/>
            <a:ext cx="2667125" cy="859708"/>
            <a:chOff x="6354025" y="2623550"/>
            <a:chExt cx="2667125" cy="859708"/>
          </a:xfrm>
        </p:grpSpPr>
        <p:grpSp>
          <p:nvGrpSpPr>
            <p:cNvPr id="320" name="Google Shape;320;p31"/>
            <p:cNvGrpSpPr/>
            <p:nvPr/>
          </p:nvGrpSpPr>
          <p:grpSpPr>
            <a:xfrm>
              <a:off x="6354025" y="2623550"/>
              <a:ext cx="2667125" cy="741431"/>
              <a:chOff x="5917825" y="2712375"/>
              <a:chExt cx="2667125" cy="741431"/>
            </a:xfrm>
          </p:grpSpPr>
          <p:pic>
            <p:nvPicPr>
              <p:cNvPr id="321" name="Google Shape;321;p31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5917825" y="3060206"/>
                <a:ext cx="393600" cy="393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2" name="Google Shape;322;p31"/>
              <p:cNvSpPr txBox="1"/>
              <p:nvPr/>
            </p:nvSpPr>
            <p:spPr>
              <a:xfrm>
                <a:off x="6193475" y="2712375"/>
                <a:ext cx="393600" cy="49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5300">
                    <a:latin typeface="Book Antiqua"/>
                    <a:ea typeface="Book Antiqua"/>
                    <a:cs typeface="Book Antiqua"/>
                    <a:sym typeface="Book Antiqua"/>
                  </a:rPr>
                  <a:t>{</a:t>
                </a:r>
                <a:endParaRPr sz="5300">
                  <a:latin typeface="Book Antiqua"/>
                  <a:ea typeface="Book Antiqua"/>
                  <a:cs typeface="Book Antiqua"/>
                  <a:sym typeface="Book Antiqua"/>
                </a:endParaRPr>
              </a:p>
            </p:txBody>
          </p:sp>
          <p:sp>
            <p:nvSpPr>
              <p:cNvPr id="323" name="Google Shape;323;p31"/>
              <p:cNvSpPr txBox="1"/>
              <p:nvPr/>
            </p:nvSpPr>
            <p:spPr>
              <a:xfrm>
                <a:off x="6875250" y="2865125"/>
                <a:ext cx="1709700" cy="49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/>
                  <a:t>1 → positivo</a:t>
                </a:r>
                <a:br>
                  <a:rPr lang="pt-BR"/>
                </a:br>
                <a:br>
                  <a:rPr lang="pt-BR"/>
                </a:br>
                <a:r>
                  <a:rPr lang="pt-BR"/>
                  <a:t>0 → caso contrário</a:t>
                </a:r>
                <a:endParaRPr/>
              </a:p>
            </p:txBody>
          </p:sp>
        </p:grpSp>
        <p:pic>
          <p:nvPicPr>
            <p:cNvPr descr="x_i =" id="324" name="Google Shape;324;p31" title="MathEquation,#0000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867848" y="2901882"/>
              <a:ext cx="481450" cy="184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i =" id="325" name="Google Shape;325;p31" title="MathEquation,#0000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867848" y="3298507"/>
              <a:ext cx="481450" cy="1847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\sigma^2 \approx s^2 = \frac{1}{n-1}\sum_{i=1}^n (x_i - \bar{x})^2 = p(1-p)" id="326" name="Google Shape;326;p31" title="MathEquation,#000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1850" y="4072419"/>
            <a:ext cx="5742608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1"/>
          <p:cNvSpPr/>
          <p:nvPr/>
        </p:nvSpPr>
        <p:spPr>
          <a:xfrm>
            <a:off x="3352550" y="3315525"/>
            <a:ext cx="5742600" cy="4953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 Observe como a fração de infectados é uma média, só chamei de p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28" name="Google Shape;328;p31"/>
          <p:cNvSpPr/>
          <p:nvPr/>
        </p:nvSpPr>
        <p:spPr>
          <a:xfrm>
            <a:off x="6223850" y="3924400"/>
            <a:ext cx="2871300" cy="8598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Variância. O p(1-p) vale para dados binários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descr="Var(X) = E[X^2] - E[X]^2 \\&#10;E[X^2] = p 1^2 + (1-p)0^2 = p \\&#10;Var(X) = p - p^2 \\&#10;Var(X) = p(1-p)" id="329" name="Google Shape;329;p31" title="MathEquation,#0000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70625" y="4573677"/>
            <a:ext cx="1245012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1"/>
          <p:cNvSpPr txBox="1"/>
          <p:nvPr>
            <p:ph type="title"/>
          </p:nvPr>
        </p:nvSpPr>
        <p:spPr>
          <a:xfrm>
            <a:off x="311700" y="283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</a:t>
            </a:r>
            <a:r>
              <a:rPr lang="pt-BR"/>
              <a:t>stimar COVID-19 com alguma Confiança!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336" name="Google Shape;336;p32"/>
          <p:cNvGrpSpPr/>
          <p:nvPr/>
        </p:nvGrpSpPr>
        <p:grpSpPr>
          <a:xfrm>
            <a:off x="-223200" y="1065725"/>
            <a:ext cx="9590400" cy="572700"/>
            <a:chOff x="-223200" y="1065725"/>
            <a:chExt cx="9590400" cy="572700"/>
          </a:xfrm>
        </p:grpSpPr>
        <p:sp>
          <p:nvSpPr>
            <p:cNvPr id="337" name="Google Shape;337;p32"/>
            <p:cNvSpPr/>
            <p:nvPr/>
          </p:nvSpPr>
          <p:spPr>
            <a:xfrm>
              <a:off x="-223200" y="1065725"/>
              <a:ext cx="399600" cy="5727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1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38" name="Google Shape;338;p32"/>
            <p:cNvSpPr/>
            <p:nvPr/>
          </p:nvSpPr>
          <p:spPr>
            <a:xfrm>
              <a:off x="1764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39" name="Google Shape;339;p32"/>
            <p:cNvSpPr/>
            <p:nvPr/>
          </p:nvSpPr>
          <p:spPr>
            <a:xfrm>
              <a:off x="5760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40" name="Google Shape;340;p32"/>
            <p:cNvSpPr/>
            <p:nvPr/>
          </p:nvSpPr>
          <p:spPr>
            <a:xfrm>
              <a:off x="9756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41" name="Google Shape;341;p32"/>
            <p:cNvSpPr/>
            <p:nvPr/>
          </p:nvSpPr>
          <p:spPr>
            <a:xfrm>
              <a:off x="1375200" y="1065725"/>
              <a:ext cx="399600" cy="5727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1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42" name="Google Shape;342;p32"/>
            <p:cNvSpPr/>
            <p:nvPr/>
          </p:nvSpPr>
          <p:spPr>
            <a:xfrm>
              <a:off x="17748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43" name="Google Shape;343;p32"/>
            <p:cNvSpPr/>
            <p:nvPr/>
          </p:nvSpPr>
          <p:spPr>
            <a:xfrm>
              <a:off x="21744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44" name="Google Shape;344;p32"/>
            <p:cNvSpPr/>
            <p:nvPr/>
          </p:nvSpPr>
          <p:spPr>
            <a:xfrm>
              <a:off x="25740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45" name="Google Shape;345;p32"/>
            <p:cNvSpPr/>
            <p:nvPr/>
          </p:nvSpPr>
          <p:spPr>
            <a:xfrm>
              <a:off x="29736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46" name="Google Shape;346;p32"/>
            <p:cNvSpPr/>
            <p:nvPr/>
          </p:nvSpPr>
          <p:spPr>
            <a:xfrm>
              <a:off x="33732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47" name="Google Shape;347;p32"/>
            <p:cNvSpPr/>
            <p:nvPr/>
          </p:nvSpPr>
          <p:spPr>
            <a:xfrm>
              <a:off x="37728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48" name="Google Shape;348;p32"/>
            <p:cNvSpPr/>
            <p:nvPr/>
          </p:nvSpPr>
          <p:spPr>
            <a:xfrm>
              <a:off x="4172400" y="1065725"/>
              <a:ext cx="399600" cy="5727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1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49" name="Google Shape;349;p32"/>
            <p:cNvSpPr/>
            <p:nvPr/>
          </p:nvSpPr>
          <p:spPr>
            <a:xfrm>
              <a:off x="45720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50" name="Google Shape;350;p32"/>
            <p:cNvSpPr/>
            <p:nvPr/>
          </p:nvSpPr>
          <p:spPr>
            <a:xfrm>
              <a:off x="49716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51" name="Google Shape;351;p32"/>
            <p:cNvSpPr/>
            <p:nvPr/>
          </p:nvSpPr>
          <p:spPr>
            <a:xfrm>
              <a:off x="53712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52" name="Google Shape;352;p32"/>
            <p:cNvSpPr/>
            <p:nvPr/>
          </p:nvSpPr>
          <p:spPr>
            <a:xfrm>
              <a:off x="57708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53" name="Google Shape;353;p32"/>
            <p:cNvSpPr/>
            <p:nvPr/>
          </p:nvSpPr>
          <p:spPr>
            <a:xfrm>
              <a:off x="61704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54" name="Google Shape;354;p32"/>
            <p:cNvSpPr/>
            <p:nvPr/>
          </p:nvSpPr>
          <p:spPr>
            <a:xfrm>
              <a:off x="65700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55" name="Google Shape;355;p32"/>
            <p:cNvSpPr/>
            <p:nvPr/>
          </p:nvSpPr>
          <p:spPr>
            <a:xfrm>
              <a:off x="69696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56" name="Google Shape;356;p32"/>
            <p:cNvSpPr/>
            <p:nvPr/>
          </p:nvSpPr>
          <p:spPr>
            <a:xfrm>
              <a:off x="73692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57" name="Google Shape;357;p32"/>
            <p:cNvSpPr/>
            <p:nvPr/>
          </p:nvSpPr>
          <p:spPr>
            <a:xfrm>
              <a:off x="77688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58" name="Google Shape;358;p32"/>
            <p:cNvSpPr/>
            <p:nvPr/>
          </p:nvSpPr>
          <p:spPr>
            <a:xfrm>
              <a:off x="81684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59" name="Google Shape;359;p32"/>
            <p:cNvSpPr/>
            <p:nvPr/>
          </p:nvSpPr>
          <p:spPr>
            <a:xfrm>
              <a:off x="8568000" y="1065725"/>
              <a:ext cx="399600" cy="5727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1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60" name="Google Shape;360;p32"/>
            <p:cNvSpPr/>
            <p:nvPr/>
          </p:nvSpPr>
          <p:spPr>
            <a:xfrm>
              <a:off x="89676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361" name="Google Shape;361;p32"/>
          <p:cNvSpPr txBox="1"/>
          <p:nvPr/>
        </p:nvSpPr>
        <p:spPr>
          <a:xfrm>
            <a:off x="96225" y="732675"/>
            <a:ext cx="42627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População</a:t>
            </a:r>
            <a:endParaRPr/>
          </a:p>
        </p:txBody>
      </p:sp>
      <p:pic>
        <p:nvPicPr>
          <p:cNvPr descr="p \approx \bar{x} = \frac{1}{n}\sum_{i=1}^n x_i" id="362" name="Google Shape;362;p32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359" y="3315525"/>
            <a:ext cx="2871304" cy="495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3" name="Google Shape;363;p32"/>
          <p:cNvGrpSpPr/>
          <p:nvPr/>
        </p:nvGrpSpPr>
        <p:grpSpPr>
          <a:xfrm>
            <a:off x="421850" y="1944400"/>
            <a:ext cx="2667125" cy="859708"/>
            <a:chOff x="6354025" y="2623550"/>
            <a:chExt cx="2667125" cy="859708"/>
          </a:xfrm>
        </p:grpSpPr>
        <p:grpSp>
          <p:nvGrpSpPr>
            <p:cNvPr id="364" name="Google Shape;364;p32"/>
            <p:cNvGrpSpPr/>
            <p:nvPr/>
          </p:nvGrpSpPr>
          <p:grpSpPr>
            <a:xfrm>
              <a:off x="6354025" y="2623550"/>
              <a:ext cx="2667125" cy="741431"/>
              <a:chOff x="5917825" y="2712375"/>
              <a:chExt cx="2667125" cy="741431"/>
            </a:xfrm>
          </p:grpSpPr>
          <p:pic>
            <p:nvPicPr>
              <p:cNvPr id="365" name="Google Shape;365;p3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5917825" y="3060206"/>
                <a:ext cx="393600" cy="393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6" name="Google Shape;366;p32"/>
              <p:cNvSpPr txBox="1"/>
              <p:nvPr/>
            </p:nvSpPr>
            <p:spPr>
              <a:xfrm>
                <a:off x="6193475" y="2712375"/>
                <a:ext cx="393600" cy="49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5300">
                    <a:latin typeface="Book Antiqua"/>
                    <a:ea typeface="Book Antiqua"/>
                    <a:cs typeface="Book Antiqua"/>
                    <a:sym typeface="Book Antiqua"/>
                  </a:rPr>
                  <a:t>{</a:t>
                </a:r>
                <a:endParaRPr sz="5300">
                  <a:latin typeface="Book Antiqua"/>
                  <a:ea typeface="Book Antiqua"/>
                  <a:cs typeface="Book Antiqua"/>
                  <a:sym typeface="Book Antiqua"/>
                </a:endParaRPr>
              </a:p>
            </p:txBody>
          </p:sp>
          <p:sp>
            <p:nvSpPr>
              <p:cNvPr id="367" name="Google Shape;367;p32"/>
              <p:cNvSpPr txBox="1"/>
              <p:nvPr/>
            </p:nvSpPr>
            <p:spPr>
              <a:xfrm>
                <a:off x="6875250" y="2865125"/>
                <a:ext cx="1709700" cy="49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/>
                  <a:t>1 → positivo</a:t>
                </a:r>
                <a:br>
                  <a:rPr lang="pt-BR"/>
                </a:br>
                <a:br>
                  <a:rPr lang="pt-BR"/>
                </a:br>
                <a:r>
                  <a:rPr lang="pt-BR"/>
                  <a:t>0 → caso contrário</a:t>
                </a:r>
                <a:endParaRPr/>
              </a:p>
            </p:txBody>
          </p:sp>
        </p:grpSp>
        <p:pic>
          <p:nvPicPr>
            <p:cNvPr descr="x_i =" id="368" name="Google Shape;368;p32" title="MathEquation,#0000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867848" y="2901882"/>
              <a:ext cx="481450" cy="184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i =" id="369" name="Google Shape;369;p32" title="MathEquation,#0000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867848" y="3298507"/>
              <a:ext cx="481450" cy="1847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\sigma^2 \approx s^2 = \frac{1}{n-1}\sum_{i=1}^n (x_i - \bar{x})^2 = p(1-p)" id="370" name="Google Shape;370;p32" title="MathEquation,#000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1850" y="4072419"/>
            <a:ext cx="5742608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32"/>
          <p:cNvSpPr txBox="1"/>
          <p:nvPr>
            <p:ph type="title"/>
          </p:nvPr>
        </p:nvSpPr>
        <p:spPr>
          <a:xfrm>
            <a:off x="311700" y="283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</a:t>
            </a:r>
            <a:r>
              <a:rPr lang="pt-BR"/>
              <a:t>stimar COVID-19 com alguma Confiança!</a:t>
            </a:r>
            <a:endParaRPr/>
          </a:p>
        </p:txBody>
      </p:sp>
      <p:pic>
        <p:nvPicPr>
          <p:cNvPr id="372" name="Google Shape;372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06750" y="1889350"/>
            <a:ext cx="2063126" cy="2002874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2"/>
          <p:cNvSpPr/>
          <p:nvPr/>
        </p:nvSpPr>
        <p:spPr>
          <a:xfrm>
            <a:off x="8182705" y="235115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32"/>
          <p:cNvSpPr/>
          <p:nvPr/>
        </p:nvSpPr>
        <p:spPr>
          <a:xfrm>
            <a:off x="8233502" y="240195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2"/>
          <p:cNvSpPr/>
          <p:nvPr/>
        </p:nvSpPr>
        <p:spPr>
          <a:xfrm>
            <a:off x="8328695" y="235115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2"/>
          <p:cNvSpPr/>
          <p:nvPr/>
        </p:nvSpPr>
        <p:spPr>
          <a:xfrm>
            <a:off x="8362217" y="259660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32"/>
          <p:cNvSpPr/>
          <p:nvPr/>
        </p:nvSpPr>
        <p:spPr>
          <a:xfrm>
            <a:off x="8448478" y="257180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32"/>
          <p:cNvSpPr/>
          <p:nvPr/>
        </p:nvSpPr>
        <p:spPr>
          <a:xfrm>
            <a:off x="8472142" y="243265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2"/>
          <p:cNvSpPr/>
          <p:nvPr/>
        </p:nvSpPr>
        <p:spPr>
          <a:xfrm>
            <a:off x="8540204" y="269065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/>
          <p:nvPr/>
        </p:nvSpPr>
        <p:spPr>
          <a:xfrm>
            <a:off x="8448478" y="276118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32"/>
          <p:cNvSpPr/>
          <p:nvPr/>
        </p:nvSpPr>
        <p:spPr>
          <a:xfrm>
            <a:off x="8472142" y="289019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32"/>
          <p:cNvSpPr/>
          <p:nvPr/>
        </p:nvSpPr>
        <p:spPr>
          <a:xfrm>
            <a:off x="7642702" y="249368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2"/>
          <p:cNvSpPr/>
          <p:nvPr/>
        </p:nvSpPr>
        <p:spPr>
          <a:xfrm>
            <a:off x="8422546" y="298192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2"/>
          <p:cNvSpPr/>
          <p:nvPr/>
        </p:nvSpPr>
        <p:spPr>
          <a:xfrm>
            <a:off x="7204348" y="253762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32"/>
          <p:cNvSpPr/>
          <p:nvPr/>
        </p:nvSpPr>
        <p:spPr>
          <a:xfrm>
            <a:off x="7240346" y="246709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32"/>
          <p:cNvSpPr/>
          <p:nvPr/>
        </p:nvSpPr>
        <p:spPr>
          <a:xfrm>
            <a:off x="7240346" y="237304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2"/>
          <p:cNvSpPr/>
          <p:nvPr/>
        </p:nvSpPr>
        <p:spPr>
          <a:xfrm>
            <a:off x="7661814" y="276628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2"/>
          <p:cNvSpPr/>
          <p:nvPr/>
        </p:nvSpPr>
        <p:spPr>
          <a:xfrm>
            <a:off x="7154752" y="231271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2"/>
          <p:cNvSpPr/>
          <p:nvPr/>
        </p:nvSpPr>
        <p:spPr>
          <a:xfrm>
            <a:off x="7215414" y="220846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2"/>
          <p:cNvSpPr/>
          <p:nvPr/>
        </p:nvSpPr>
        <p:spPr>
          <a:xfrm>
            <a:off x="7289942" y="227899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2"/>
          <p:cNvSpPr/>
          <p:nvPr/>
        </p:nvSpPr>
        <p:spPr>
          <a:xfrm>
            <a:off x="7377736" y="220909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2"/>
          <p:cNvSpPr/>
          <p:nvPr/>
        </p:nvSpPr>
        <p:spPr>
          <a:xfrm>
            <a:off x="7440864" y="227899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2"/>
          <p:cNvSpPr/>
          <p:nvPr/>
        </p:nvSpPr>
        <p:spPr>
          <a:xfrm>
            <a:off x="8290424" y="245887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2"/>
          <p:cNvSpPr/>
          <p:nvPr/>
        </p:nvSpPr>
        <p:spPr>
          <a:xfrm>
            <a:off x="8341220" y="250966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2"/>
          <p:cNvSpPr/>
          <p:nvPr/>
        </p:nvSpPr>
        <p:spPr>
          <a:xfrm>
            <a:off x="8436413" y="245887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2"/>
          <p:cNvSpPr/>
          <p:nvPr/>
        </p:nvSpPr>
        <p:spPr>
          <a:xfrm>
            <a:off x="8469936" y="270431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2"/>
          <p:cNvSpPr/>
          <p:nvPr/>
        </p:nvSpPr>
        <p:spPr>
          <a:xfrm>
            <a:off x="7121148" y="245596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2"/>
          <p:cNvSpPr/>
          <p:nvPr/>
        </p:nvSpPr>
        <p:spPr>
          <a:xfrm>
            <a:off x="7144813" y="231681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2"/>
          <p:cNvSpPr/>
          <p:nvPr/>
        </p:nvSpPr>
        <p:spPr>
          <a:xfrm>
            <a:off x="7609098" y="253752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2"/>
          <p:cNvSpPr/>
          <p:nvPr/>
        </p:nvSpPr>
        <p:spPr>
          <a:xfrm>
            <a:off x="7632763" y="266654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32"/>
          <p:cNvSpPr/>
          <p:nvPr/>
        </p:nvSpPr>
        <p:spPr>
          <a:xfrm>
            <a:off x="7750421" y="260140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2"/>
          <p:cNvSpPr/>
          <p:nvPr/>
        </p:nvSpPr>
        <p:spPr>
          <a:xfrm>
            <a:off x="7583167" y="275827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2"/>
          <p:cNvSpPr/>
          <p:nvPr/>
        </p:nvSpPr>
        <p:spPr>
          <a:xfrm>
            <a:off x="7800018" y="253752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2"/>
          <p:cNvSpPr/>
          <p:nvPr/>
        </p:nvSpPr>
        <p:spPr>
          <a:xfrm>
            <a:off x="7348065" y="257481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2"/>
          <p:cNvSpPr/>
          <p:nvPr/>
        </p:nvSpPr>
        <p:spPr>
          <a:xfrm>
            <a:off x="7348065" y="248076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32"/>
          <p:cNvSpPr/>
          <p:nvPr/>
        </p:nvSpPr>
        <p:spPr>
          <a:xfrm>
            <a:off x="7435858" y="250037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32"/>
          <p:cNvSpPr/>
          <p:nvPr/>
        </p:nvSpPr>
        <p:spPr>
          <a:xfrm>
            <a:off x="7262471" y="242043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2"/>
          <p:cNvSpPr/>
          <p:nvPr/>
        </p:nvSpPr>
        <p:spPr>
          <a:xfrm>
            <a:off x="7323133" y="231618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32"/>
          <p:cNvSpPr/>
          <p:nvPr/>
        </p:nvSpPr>
        <p:spPr>
          <a:xfrm>
            <a:off x="7397661" y="238670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2"/>
          <p:cNvSpPr/>
          <p:nvPr/>
        </p:nvSpPr>
        <p:spPr>
          <a:xfrm>
            <a:off x="7485455" y="231681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2"/>
          <p:cNvSpPr/>
          <p:nvPr/>
        </p:nvSpPr>
        <p:spPr>
          <a:xfrm>
            <a:off x="7548583" y="238670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32"/>
          <p:cNvSpPr/>
          <p:nvPr/>
        </p:nvSpPr>
        <p:spPr>
          <a:xfrm>
            <a:off x="8398143" y="256659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2"/>
          <p:cNvSpPr/>
          <p:nvPr/>
        </p:nvSpPr>
        <p:spPr>
          <a:xfrm>
            <a:off x="8448939" y="261738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32"/>
          <p:cNvSpPr/>
          <p:nvPr/>
        </p:nvSpPr>
        <p:spPr>
          <a:xfrm>
            <a:off x="7109084" y="234303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32"/>
          <p:cNvSpPr/>
          <p:nvPr/>
        </p:nvSpPr>
        <p:spPr>
          <a:xfrm>
            <a:off x="7630557" y="248066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32"/>
          <p:cNvSpPr/>
          <p:nvPr/>
        </p:nvSpPr>
        <p:spPr>
          <a:xfrm>
            <a:off x="7228867" y="256368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2"/>
          <p:cNvSpPr/>
          <p:nvPr/>
        </p:nvSpPr>
        <p:spPr>
          <a:xfrm>
            <a:off x="7837944" y="240202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2"/>
          <p:cNvSpPr/>
          <p:nvPr/>
        </p:nvSpPr>
        <p:spPr>
          <a:xfrm>
            <a:off x="7808544" y="257471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2"/>
          <p:cNvSpPr/>
          <p:nvPr/>
        </p:nvSpPr>
        <p:spPr>
          <a:xfrm>
            <a:off x="7716817" y="264524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32"/>
          <p:cNvSpPr/>
          <p:nvPr/>
        </p:nvSpPr>
        <p:spPr>
          <a:xfrm>
            <a:off x="7740482" y="277425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2"/>
          <p:cNvSpPr/>
          <p:nvPr/>
        </p:nvSpPr>
        <p:spPr>
          <a:xfrm>
            <a:off x="7858140" y="270912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32"/>
          <p:cNvSpPr/>
          <p:nvPr/>
        </p:nvSpPr>
        <p:spPr>
          <a:xfrm>
            <a:off x="7690886" y="286599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32"/>
          <p:cNvSpPr/>
          <p:nvPr/>
        </p:nvSpPr>
        <p:spPr>
          <a:xfrm>
            <a:off x="7907736" y="264524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32"/>
          <p:cNvSpPr/>
          <p:nvPr/>
        </p:nvSpPr>
        <p:spPr>
          <a:xfrm>
            <a:off x="7943734" y="257471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2"/>
          <p:cNvSpPr/>
          <p:nvPr/>
        </p:nvSpPr>
        <p:spPr>
          <a:xfrm>
            <a:off x="7943734" y="248066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2"/>
          <p:cNvSpPr/>
          <p:nvPr/>
        </p:nvSpPr>
        <p:spPr>
          <a:xfrm>
            <a:off x="8031527" y="250027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32"/>
          <p:cNvSpPr/>
          <p:nvPr/>
        </p:nvSpPr>
        <p:spPr>
          <a:xfrm>
            <a:off x="7370190" y="252814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32"/>
          <p:cNvSpPr/>
          <p:nvPr/>
        </p:nvSpPr>
        <p:spPr>
          <a:xfrm>
            <a:off x="7430852" y="242389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32"/>
          <p:cNvSpPr/>
          <p:nvPr/>
        </p:nvSpPr>
        <p:spPr>
          <a:xfrm>
            <a:off x="7505380" y="249442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32"/>
          <p:cNvSpPr/>
          <p:nvPr/>
        </p:nvSpPr>
        <p:spPr>
          <a:xfrm>
            <a:off x="7593173" y="242453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32"/>
          <p:cNvSpPr/>
          <p:nvPr/>
        </p:nvSpPr>
        <p:spPr>
          <a:xfrm>
            <a:off x="7656302" y="249442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2"/>
          <p:cNvSpPr/>
          <p:nvPr/>
        </p:nvSpPr>
        <p:spPr>
          <a:xfrm>
            <a:off x="7567510" y="289175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32"/>
          <p:cNvSpPr/>
          <p:nvPr/>
        </p:nvSpPr>
        <p:spPr>
          <a:xfrm>
            <a:off x="7618307" y="294255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32"/>
          <p:cNvSpPr/>
          <p:nvPr/>
        </p:nvSpPr>
        <p:spPr>
          <a:xfrm>
            <a:off x="7713500" y="289175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32"/>
          <p:cNvSpPr/>
          <p:nvPr/>
        </p:nvSpPr>
        <p:spPr>
          <a:xfrm>
            <a:off x="7747022" y="31372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2"/>
          <p:cNvSpPr/>
          <p:nvPr/>
        </p:nvSpPr>
        <p:spPr>
          <a:xfrm>
            <a:off x="7833283" y="311240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2"/>
          <p:cNvSpPr/>
          <p:nvPr/>
        </p:nvSpPr>
        <p:spPr>
          <a:xfrm>
            <a:off x="7856948" y="297326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2"/>
          <p:cNvSpPr/>
          <p:nvPr/>
        </p:nvSpPr>
        <p:spPr>
          <a:xfrm>
            <a:off x="7925009" y="323125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2"/>
          <p:cNvSpPr/>
          <p:nvPr/>
        </p:nvSpPr>
        <p:spPr>
          <a:xfrm>
            <a:off x="7833283" y="330178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2"/>
          <p:cNvSpPr/>
          <p:nvPr/>
        </p:nvSpPr>
        <p:spPr>
          <a:xfrm>
            <a:off x="7856948" y="343079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32"/>
          <p:cNvSpPr/>
          <p:nvPr/>
        </p:nvSpPr>
        <p:spPr>
          <a:xfrm>
            <a:off x="7974606" y="336566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32"/>
          <p:cNvSpPr/>
          <p:nvPr/>
        </p:nvSpPr>
        <p:spPr>
          <a:xfrm>
            <a:off x="7807351" y="352253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32"/>
          <p:cNvSpPr/>
          <p:nvPr/>
        </p:nvSpPr>
        <p:spPr>
          <a:xfrm>
            <a:off x="8024202" y="330178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2"/>
          <p:cNvSpPr/>
          <p:nvPr/>
        </p:nvSpPr>
        <p:spPr>
          <a:xfrm>
            <a:off x="8060199" y="323125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32"/>
          <p:cNvSpPr/>
          <p:nvPr/>
        </p:nvSpPr>
        <p:spPr>
          <a:xfrm>
            <a:off x="8060199" y="31372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32"/>
          <p:cNvSpPr/>
          <p:nvPr/>
        </p:nvSpPr>
        <p:spPr>
          <a:xfrm>
            <a:off x="8147993" y="315681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32"/>
          <p:cNvSpPr/>
          <p:nvPr/>
        </p:nvSpPr>
        <p:spPr>
          <a:xfrm>
            <a:off x="7974606" y="307687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32"/>
          <p:cNvSpPr/>
          <p:nvPr/>
        </p:nvSpPr>
        <p:spPr>
          <a:xfrm>
            <a:off x="8035268" y="297262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32"/>
          <p:cNvSpPr/>
          <p:nvPr/>
        </p:nvSpPr>
        <p:spPr>
          <a:xfrm>
            <a:off x="8109796" y="304315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32"/>
          <p:cNvSpPr/>
          <p:nvPr/>
        </p:nvSpPr>
        <p:spPr>
          <a:xfrm>
            <a:off x="8197589" y="297325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32"/>
          <p:cNvSpPr/>
          <p:nvPr/>
        </p:nvSpPr>
        <p:spPr>
          <a:xfrm>
            <a:off x="8260718" y="304315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32"/>
          <p:cNvSpPr/>
          <p:nvPr/>
        </p:nvSpPr>
        <p:spPr>
          <a:xfrm rot="-2700000">
            <a:off x="7725772" y="2359301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32"/>
          <p:cNvSpPr/>
          <p:nvPr/>
        </p:nvSpPr>
        <p:spPr>
          <a:xfrm rot="-2700000">
            <a:off x="7797609" y="2359301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2"/>
          <p:cNvSpPr/>
          <p:nvPr/>
        </p:nvSpPr>
        <p:spPr>
          <a:xfrm rot="-2700000">
            <a:off x="7829002" y="2256071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2"/>
          <p:cNvSpPr/>
          <p:nvPr/>
        </p:nvSpPr>
        <p:spPr>
          <a:xfrm rot="-2700000">
            <a:off x="8026265" y="2405924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2"/>
          <p:cNvSpPr/>
          <p:nvPr/>
        </p:nvSpPr>
        <p:spPr>
          <a:xfrm rot="-2700000">
            <a:off x="8069725" y="2327395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32"/>
          <p:cNvSpPr/>
          <p:nvPr/>
        </p:nvSpPr>
        <p:spPr>
          <a:xfrm rot="-2700000">
            <a:off x="7988066" y="2212269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32"/>
          <p:cNvSpPr/>
          <p:nvPr/>
        </p:nvSpPr>
        <p:spPr>
          <a:xfrm rot="-2700000">
            <a:off x="8218625" y="234657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2"/>
          <p:cNvSpPr/>
          <p:nvPr/>
        </p:nvSpPr>
        <p:spPr>
          <a:xfrm rot="-2700000">
            <a:off x="8203635" y="2461304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32"/>
          <p:cNvSpPr/>
          <p:nvPr/>
        </p:nvSpPr>
        <p:spPr>
          <a:xfrm rot="-2700000">
            <a:off x="8311596" y="253579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32"/>
          <p:cNvSpPr/>
          <p:nvPr/>
        </p:nvSpPr>
        <p:spPr>
          <a:xfrm rot="-2700000">
            <a:off x="8341393" y="263573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2"/>
          <p:cNvSpPr/>
          <p:nvPr/>
        </p:nvSpPr>
        <p:spPr>
          <a:xfrm rot="-2700000">
            <a:off x="7878110" y="2359301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32"/>
          <p:cNvSpPr/>
          <p:nvPr/>
        </p:nvSpPr>
        <p:spPr>
          <a:xfrm rot="-2700000">
            <a:off x="7949946" y="2359301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32"/>
          <p:cNvSpPr/>
          <p:nvPr/>
        </p:nvSpPr>
        <p:spPr>
          <a:xfrm rot="-2700000">
            <a:off x="7981340" y="2256071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32"/>
          <p:cNvSpPr/>
          <p:nvPr/>
        </p:nvSpPr>
        <p:spPr>
          <a:xfrm rot="-2700000">
            <a:off x="8178602" y="2405924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32"/>
          <p:cNvSpPr/>
          <p:nvPr/>
        </p:nvSpPr>
        <p:spPr>
          <a:xfrm rot="-2700000">
            <a:off x="8030447" y="2359301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32"/>
          <p:cNvSpPr/>
          <p:nvPr/>
        </p:nvSpPr>
        <p:spPr>
          <a:xfrm rot="-2700000">
            <a:off x="8102284" y="2359301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32"/>
          <p:cNvSpPr/>
          <p:nvPr/>
        </p:nvSpPr>
        <p:spPr>
          <a:xfrm>
            <a:off x="7360250" y="253225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32"/>
          <p:cNvSpPr/>
          <p:nvPr/>
        </p:nvSpPr>
        <p:spPr>
          <a:xfrm>
            <a:off x="7212874" y="257481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32"/>
          <p:cNvSpPr/>
          <p:nvPr/>
        </p:nvSpPr>
        <p:spPr>
          <a:xfrm>
            <a:off x="7320593" y="268253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32"/>
          <p:cNvSpPr/>
          <p:nvPr/>
        </p:nvSpPr>
        <p:spPr>
          <a:xfrm>
            <a:off x="7656300" y="364837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32"/>
          <p:cNvSpPr/>
          <p:nvPr/>
        </p:nvSpPr>
        <p:spPr>
          <a:xfrm>
            <a:off x="8031600" y="284455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32"/>
          <p:cNvSpPr/>
          <p:nvPr/>
        </p:nvSpPr>
        <p:spPr>
          <a:xfrm>
            <a:off x="8031600" y="275050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32"/>
          <p:cNvSpPr/>
          <p:nvPr/>
        </p:nvSpPr>
        <p:spPr>
          <a:xfrm>
            <a:off x="8119393" y="277011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32"/>
          <p:cNvSpPr/>
          <p:nvPr/>
        </p:nvSpPr>
        <p:spPr>
          <a:xfrm>
            <a:off x="7946006" y="269016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32"/>
          <p:cNvSpPr/>
          <p:nvPr/>
        </p:nvSpPr>
        <p:spPr>
          <a:xfrm>
            <a:off x="8006668" y="258591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32"/>
          <p:cNvSpPr/>
          <p:nvPr/>
        </p:nvSpPr>
        <p:spPr>
          <a:xfrm>
            <a:off x="8081196" y="265644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2"/>
          <p:cNvSpPr/>
          <p:nvPr/>
        </p:nvSpPr>
        <p:spPr>
          <a:xfrm>
            <a:off x="8168990" y="258655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2"/>
          <p:cNvSpPr/>
          <p:nvPr/>
        </p:nvSpPr>
        <p:spPr>
          <a:xfrm>
            <a:off x="7912402" y="283342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32"/>
          <p:cNvSpPr/>
          <p:nvPr/>
        </p:nvSpPr>
        <p:spPr>
          <a:xfrm>
            <a:off x="7936067" y="269427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32"/>
          <p:cNvSpPr/>
          <p:nvPr/>
        </p:nvSpPr>
        <p:spPr>
          <a:xfrm>
            <a:off x="8139319" y="285821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2"/>
          <p:cNvSpPr/>
          <p:nvPr/>
        </p:nvSpPr>
        <p:spPr>
          <a:xfrm>
            <a:off x="8053725" y="279788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32"/>
          <p:cNvSpPr/>
          <p:nvPr/>
        </p:nvSpPr>
        <p:spPr>
          <a:xfrm>
            <a:off x="8114387" y="269363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32"/>
          <p:cNvSpPr/>
          <p:nvPr/>
        </p:nvSpPr>
        <p:spPr>
          <a:xfrm>
            <a:off x="8188915" y="276416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32"/>
          <p:cNvSpPr/>
          <p:nvPr/>
        </p:nvSpPr>
        <p:spPr>
          <a:xfrm>
            <a:off x="8043785" y="280199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32"/>
          <p:cNvSpPr/>
          <p:nvPr/>
        </p:nvSpPr>
        <p:spPr>
          <a:xfrm>
            <a:off x="8443285" y="274316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32"/>
          <p:cNvSpPr/>
          <p:nvPr/>
        </p:nvSpPr>
        <p:spPr>
          <a:xfrm>
            <a:off x="8443285" y="264911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32"/>
          <p:cNvSpPr/>
          <p:nvPr/>
        </p:nvSpPr>
        <p:spPr>
          <a:xfrm>
            <a:off x="8531078" y="266872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32"/>
          <p:cNvSpPr/>
          <p:nvPr/>
        </p:nvSpPr>
        <p:spPr>
          <a:xfrm>
            <a:off x="8357691" y="258878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32"/>
          <p:cNvSpPr/>
          <p:nvPr/>
        </p:nvSpPr>
        <p:spPr>
          <a:xfrm>
            <a:off x="8418353" y="248453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32"/>
          <p:cNvSpPr/>
          <p:nvPr/>
        </p:nvSpPr>
        <p:spPr>
          <a:xfrm>
            <a:off x="8492881" y="255506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32"/>
          <p:cNvSpPr/>
          <p:nvPr/>
        </p:nvSpPr>
        <p:spPr>
          <a:xfrm>
            <a:off x="8580675" y="248516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32"/>
          <p:cNvSpPr/>
          <p:nvPr/>
        </p:nvSpPr>
        <p:spPr>
          <a:xfrm>
            <a:off x="8324087" y="273203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32"/>
          <p:cNvSpPr/>
          <p:nvPr/>
        </p:nvSpPr>
        <p:spPr>
          <a:xfrm>
            <a:off x="8347752" y="259289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32"/>
          <p:cNvSpPr/>
          <p:nvPr/>
        </p:nvSpPr>
        <p:spPr>
          <a:xfrm>
            <a:off x="8551003" y="275683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32"/>
          <p:cNvSpPr/>
          <p:nvPr/>
        </p:nvSpPr>
        <p:spPr>
          <a:xfrm>
            <a:off x="8465410" y="269650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32"/>
          <p:cNvSpPr/>
          <p:nvPr/>
        </p:nvSpPr>
        <p:spPr>
          <a:xfrm>
            <a:off x="8526072" y="259225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32"/>
          <p:cNvSpPr/>
          <p:nvPr/>
        </p:nvSpPr>
        <p:spPr>
          <a:xfrm>
            <a:off x="8600600" y="266278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32"/>
          <p:cNvSpPr/>
          <p:nvPr/>
        </p:nvSpPr>
        <p:spPr>
          <a:xfrm>
            <a:off x="8455470" y="270060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32"/>
          <p:cNvSpPr/>
          <p:nvPr/>
        </p:nvSpPr>
        <p:spPr>
          <a:xfrm>
            <a:off x="6979842" y="240594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2"/>
          <p:cNvSpPr/>
          <p:nvPr/>
        </p:nvSpPr>
        <p:spPr>
          <a:xfrm>
            <a:off x="6990356" y="260140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2"/>
          <p:cNvSpPr/>
          <p:nvPr/>
        </p:nvSpPr>
        <p:spPr>
          <a:xfrm>
            <a:off x="7690881" y="357214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32"/>
          <p:cNvSpPr txBox="1"/>
          <p:nvPr/>
        </p:nvSpPr>
        <p:spPr>
          <a:xfrm>
            <a:off x="4357450" y="2701613"/>
            <a:ext cx="33840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Imagine que será feita uma amostra representativa do Brasil. Vamos mensurar a média e a variância.</a:t>
            </a:r>
            <a:br>
              <a:rPr lang="pt-BR">
                <a:latin typeface="Roboto Light"/>
                <a:ea typeface="Roboto Light"/>
                <a:cs typeface="Roboto Light"/>
                <a:sym typeface="Roboto Light"/>
              </a:rPr>
            </a:br>
            <a:br>
              <a:rPr lang="pt-BR"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Quão boa é nossa estimativa?!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509" name="Google Shape;509;p33"/>
          <p:cNvGrpSpPr/>
          <p:nvPr/>
        </p:nvGrpSpPr>
        <p:grpSpPr>
          <a:xfrm>
            <a:off x="-223200" y="1065725"/>
            <a:ext cx="9590400" cy="572700"/>
            <a:chOff x="-223200" y="1065725"/>
            <a:chExt cx="9590400" cy="572700"/>
          </a:xfrm>
        </p:grpSpPr>
        <p:sp>
          <p:nvSpPr>
            <p:cNvPr id="510" name="Google Shape;510;p33"/>
            <p:cNvSpPr/>
            <p:nvPr/>
          </p:nvSpPr>
          <p:spPr>
            <a:xfrm>
              <a:off x="-223200" y="1065725"/>
              <a:ext cx="399600" cy="5727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1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11" name="Google Shape;511;p33"/>
            <p:cNvSpPr/>
            <p:nvPr/>
          </p:nvSpPr>
          <p:spPr>
            <a:xfrm>
              <a:off x="1764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12" name="Google Shape;512;p33"/>
            <p:cNvSpPr/>
            <p:nvPr/>
          </p:nvSpPr>
          <p:spPr>
            <a:xfrm>
              <a:off x="5760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13" name="Google Shape;513;p33"/>
            <p:cNvSpPr/>
            <p:nvPr/>
          </p:nvSpPr>
          <p:spPr>
            <a:xfrm>
              <a:off x="9756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14" name="Google Shape;514;p33"/>
            <p:cNvSpPr/>
            <p:nvPr/>
          </p:nvSpPr>
          <p:spPr>
            <a:xfrm>
              <a:off x="1375200" y="1065725"/>
              <a:ext cx="399600" cy="5727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1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15" name="Google Shape;515;p33"/>
            <p:cNvSpPr/>
            <p:nvPr/>
          </p:nvSpPr>
          <p:spPr>
            <a:xfrm>
              <a:off x="17748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16" name="Google Shape;516;p33"/>
            <p:cNvSpPr/>
            <p:nvPr/>
          </p:nvSpPr>
          <p:spPr>
            <a:xfrm>
              <a:off x="21744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17" name="Google Shape;517;p33"/>
            <p:cNvSpPr/>
            <p:nvPr/>
          </p:nvSpPr>
          <p:spPr>
            <a:xfrm>
              <a:off x="25740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18" name="Google Shape;518;p33"/>
            <p:cNvSpPr/>
            <p:nvPr/>
          </p:nvSpPr>
          <p:spPr>
            <a:xfrm>
              <a:off x="29736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19" name="Google Shape;519;p33"/>
            <p:cNvSpPr/>
            <p:nvPr/>
          </p:nvSpPr>
          <p:spPr>
            <a:xfrm>
              <a:off x="33732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20" name="Google Shape;520;p33"/>
            <p:cNvSpPr/>
            <p:nvPr/>
          </p:nvSpPr>
          <p:spPr>
            <a:xfrm>
              <a:off x="37728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21" name="Google Shape;521;p33"/>
            <p:cNvSpPr/>
            <p:nvPr/>
          </p:nvSpPr>
          <p:spPr>
            <a:xfrm>
              <a:off x="4172400" y="1065725"/>
              <a:ext cx="399600" cy="5727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1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22" name="Google Shape;522;p33"/>
            <p:cNvSpPr/>
            <p:nvPr/>
          </p:nvSpPr>
          <p:spPr>
            <a:xfrm>
              <a:off x="45720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23" name="Google Shape;523;p33"/>
            <p:cNvSpPr/>
            <p:nvPr/>
          </p:nvSpPr>
          <p:spPr>
            <a:xfrm>
              <a:off x="49716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24" name="Google Shape;524;p33"/>
            <p:cNvSpPr/>
            <p:nvPr/>
          </p:nvSpPr>
          <p:spPr>
            <a:xfrm>
              <a:off x="53712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25" name="Google Shape;525;p33"/>
            <p:cNvSpPr/>
            <p:nvPr/>
          </p:nvSpPr>
          <p:spPr>
            <a:xfrm>
              <a:off x="57708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26" name="Google Shape;526;p33"/>
            <p:cNvSpPr/>
            <p:nvPr/>
          </p:nvSpPr>
          <p:spPr>
            <a:xfrm>
              <a:off x="61704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27" name="Google Shape;527;p33"/>
            <p:cNvSpPr/>
            <p:nvPr/>
          </p:nvSpPr>
          <p:spPr>
            <a:xfrm>
              <a:off x="65700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28" name="Google Shape;528;p33"/>
            <p:cNvSpPr/>
            <p:nvPr/>
          </p:nvSpPr>
          <p:spPr>
            <a:xfrm>
              <a:off x="69696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29" name="Google Shape;529;p33"/>
            <p:cNvSpPr/>
            <p:nvPr/>
          </p:nvSpPr>
          <p:spPr>
            <a:xfrm>
              <a:off x="73692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30" name="Google Shape;530;p33"/>
            <p:cNvSpPr/>
            <p:nvPr/>
          </p:nvSpPr>
          <p:spPr>
            <a:xfrm>
              <a:off x="77688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31" name="Google Shape;531;p33"/>
            <p:cNvSpPr/>
            <p:nvPr/>
          </p:nvSpPr>
          <p:spPr>
            <a:xfrm>
              <a:off x="81684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32" name="Google Shape;532;p33"/>
            <p:cNvSpPr/>
            <p:nvPr/>
          </p:nvSpPr>
          <p:spPr>
            <a:xfrm>
              <a:off x="8568000" y="1065725"/>
              <a:ext cx="399600" cy="5727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1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33" name="Google Shape;533;p33"/>
            <p:cNvSpPr/>
            <p:nvPr/>
          </p:nvSpPr>
          <p:spPr>
            <a:xfrm>
              <a:off x="89676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534" name="Google Shape;534;p33"/>
          <p:cNvSpPr txBox="1"/>
          <p:nvPr/>
        </p:nvSpPr>
        <p:spPr>
          <a:xfrm>
            <a:off x="96225" y="732675"/>
            <a:ext cx="42627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População</a:t>
            </a:r>
            <a:endParaRPr/>
          </a:p>
        </p:txBody>
      </p:sp>
      <p:pic>
        <p:nvPicPr>
          <p:cNvPr descr="p \approx \bar{x} = \frac{1}{n}\sum_{i=1}^n x_i" id="535" name="Google Shape;535;p33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359" y="3315525"/>
            <a:ext cx="2871304" cy="495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6" name="Google Shape;536;p33"/>
          <p:cNvGrpSpPr/>
          <p:nvPr/>
        </p:nvGrpSpPr>
        <p:grpSpPr>
          <a:xfrm>
            <a:off x="421850" y="1944400"/>
            <a:ext cx="2667125" cy="859708"/>
            <a:chOff x="6354025" y="2623550"/>
            <a:chExt cx="2667125" cy="859708"/>
          </a:xfrm>
        </p:grpSpPr>
        <p:grpSp>
          <p:nvGrpSpPr>
            <p:cNvPr id="537" name="Google Shape;537;p33"/>
            <p:cNvGrpSpPr/>
            <p:nvPr/>
          </p:nvGrpSpPr>
          <p:grpSpPr>
            <a:xfrm>
              <a:off x="6354025" y="2623550"/>
              <a:ext cx="2667125" cy="741431"/>
              <a:chOff x="5917825" y="2712375"/>
              <a:chExt cx="2667125" cy="741431"/>
            </a:xfrm>
          </p:grpSpPr>
          <p:pic>
            <p:nvPicPr>
              <p:cNvPr id="538" name="Google Shape;538;p33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5917825" y="3060206"/>
                <a:ext cx="393600" cy="393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39" name="Google Shape;539;p33"/>
              <p:cNvSpPr txBox="1"/>
              <p:nvPr/>
            </p:nvSpPr>
            <p:spPr>
              <a:xfrm>
                <a:off x="6193475" y="2712375"/>
                <a:ext cx="393600" cy="49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5300">
                    <a:latin typeface="Book Antiqua"/>
                    <a:ea typeface="Book Antiqua"/>
                    <a:cs typeface="Book Antiqua"/>
                    <a:sym typeface="Book Antiqua"/>
                  </a:rPr>
                  <a:t>{</a:t>
                </a:r>
                <a:endParaRPr sz="5300">
                  <a:latin typeface="Book Antiqua"/>
                  <a:ea typeface="Book Antiqua"/>
                  <a:cs typeface="Book Antiqua"/>
                  <a:sym typeface="Book Antiqua"/>
                </a:endParaRPr>
              </a:p>
            </p:txBody>
          </p:sp>
          <p:sp>
            <p:nvSpPr>
              <p:cNvPr id="540" name="Google Shape;540;p33"/>
              <p:cNvSpPr txBox="1"/>
              <p:nvPr/>
            </p:nvSpPr>
            <p:spPr>
              <a:xfrm>
                <a:off x="6875250" y="2865125"/>
                <a:ext cx="1709700" cy="49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/>
                  <a:t>1 → positivo</a:t>
                </a:r>
                <a:br>
                  <a:rPr lang="pt-BR"/>
                </a:br>
                <a:br>
                  <a:rPr lang="pt-BR"/>
                </a:br>
                <a:r>
                  <a:rPr lang="pt-BR"/>
                  <a:t>0 → caso contrário</a:t>
                </a:r>
                <a:endParaRPr/>
              </a:p>
            </p:txBody>
          </p:sp>
        </p:grpSp>
        <p:pic>
          <p:nvPicPr>
            <p:cNvPr descr="x_i =" id="541" name="Google Shape;541;p33" title="MathEquation,#0000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867848" y="2901882"/>
              <a:ext cx="481450" cy="184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i =" id="542" name="Google Shape;542;p33" title="MathEquation,#0000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867848" y="3298507"/>
              <a:ext cx="481450" cy="1847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\sigma^2 \approx s^2 = \frac{1}{n-1}\sum_{i=1}^n (x_i - \bar{x})^2 = p(1-p)" id="543" name="Google Shape;543;p33" title="MathEquation,#000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1850" y="4072419"/>
            <a:ext cx="5742608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33"/>
          <p:cNvSpPr txBox="1"/>
          <p:nvPr>
            <p:ph type="title"/>
          </p:nvPr>
        </p:nvSpPr>
        <p:spPr>
          <a:xfrm>
            <a:off x="311700" y="283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</a:t>
            </a:r>
            <a:r>
              <a:rPr lang="pt-BR"/>
              <a:t>stimar COVID-19 com alguma Confiança!</a:t>
            </a:r>
            <a:endParaRPr/>
          </a:p>
        </p:txBody>
      </p:sp>
      <p:pic>
        <p:nvPicPr>
          <p:cNvPr id="545" name="Google Shape;545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06750" y="1889350"/>
            <a:ext cx="2063126" cy="2002874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33"/>
          <p:cNvSpPr/>
          <p:nvPr/>
        </p:nvSpPr>
        <p:spPr>
          <a:xfrm>
            <a:off x="8182705" y="235115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33"/>
          <p:cNvSpPr/>
          <p:nvPr/>
        </p:nvSpPr>
        <p:spPr>
          <a:xfrm>
            <a:off x="8233502" y="240195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33"/>
          <p:cNvSpPr/>
          <p:nvPr/>
        </p:nvSpPr>
        <p:spPr>
          <a:xfrm>
            <a:off x="8328695" y="235115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33"/>
          <p:cNvSpPr/>
          <p:nvPr/>
        </p:nvSpPr>
        <p:spPr>
          <a:xfrm>
            <a:off x="8362217" y="259660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33"/>
          <p:cNvSpPr/>
          <p:nvPr/>
        </p:nvSpPr>
        <p:spPr>
          <a:xfrm>
            <a:off x="8448478" y="257180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33"/>
          <p:cNvSpPr/>
          <p:nvPr/>
        </p:nvSpPr>
        <p:spPr>
          <a:xfrm>
            <a:off x="8472142" y="243265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33"/>
          <p:cNvSpPr/>
          <p:nvPr/>
        </p:nvSpPr>
        <p:spPr>
          <a:xfrm>
            <a:off x="8540204" y="269065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33"/>
          <p:cNvSpPr/>
          <p:nvPr/>
        </p:nvSpPr>
        <p:spPr>
          <a:xfrm>
            <a:off x="8448478" y="276118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33"/>
          <p:cNvSpPr/>
          <p:nvPr/>
        </p:nvSpPr>
        <p:spPr>
          <a:xfrm>
            <a:off x="8472142" y="289019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33"/>
          <p:cNvSpPr/>
          <p:nvPr/>
        </p:nvSpPr>
        <p:spPr>
          <a:xfrm>
            <a:off x="7642702" y="249368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33"/>
          <p:cNvSpPr/>
          <p:nvPr/>
        </p:nvSpPr>
        <p:spPr>
          <a:xfrm>
            <a:off x="8422546" y="298192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33"/>
          <p:cNvSpPr/>
          <p:nvPr/>
        </p:nvSpPr>
        <p:spPr>
          <a:xfrm>
            <a:off x="7204348" y="253762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33"/>
          <p:cNvSpPr/>
          <p:nvPr/>
        </p:nvSpPr>
        <p:spPr>
          <a:xfrm>
            <a:off x="7240346" y="246709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33"/>
          <p:cNvSpPr/>
          <p:nvPr/>
        </p:nvSpPr>
        <p:spPr>
          <a:xfrm>
            <a:off x="7240346" y="237304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33"/>
          <p:cNvSpPr/>
          <p:nvPr/>
        </p:nvSpPr>
        <p:spPr>
          <a:xfrm>
            <a:off x="7661814" y="276628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33"/>
          <p:cNvSpPr/>
          <p:nvPr/>
        </p:nvSpPr>
        <p:spPr>
          <a:xfrm>
            <a:off x="7154752" y="231271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33"/>
          <p:cNvSpPr/>
          <p:nvPr/>
        </p:nvSpPr>
        <p:spPr>
          <a:xfrm>
            <a:off x="7215414" y="220846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33"/>
          <p:cNvSpPr/>
          <p:nvPr/>
        </p:nvSpPr>
        <p:spPr>
          <a:xfrm>
            <a:off x="7289942" y="227899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33"/>
          <p:cNvSpPr/>
          <p:nvPr/>
        </p:nvSpPr>
        <p:spPr>
          <a:xfrm>
            <a:off x="7377736" y="220909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33"/>
          <p:cNvSpPr/>
          <p:nvPr/>
        </p:nvSpPr>
        <p:spPr>
          <a:xfrm>
            <a:off x="7440864" y="227899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33"/>
          <p:cNvSpPr/>
          <p:nvPr/>
        </p:nvSpPr>
        <p:spPr>
          <a:xfrm>
            <a:off x="8290424" y="245887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33"/>
          <p:cNvSpPr/>
          <p:nvPr/>
        </p:nvSpPr>
        <p:spPr>
          <a:xfrm>
            <a:off x="8341220" y="250966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33"/>
          <p:cNvSpPr/>
          <p:nvPr/>
        </p:nvSpPr>
        <p:spPr>
          <a:xfrm>
            <a:off x="8436413" y="245887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33"/>
          <p:cNvSpPr/>
          <p:nvPr/>
        </p:nvSpPr>
        <p:spPr>
          <a:xfrm>
            <a:off x="8469936" y="270431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33"/>
          <p:cNvSpPr/>
          <p:nvPr/>
        </p:nvSpPr>
        <p:spPr>
          <a:xfrm>
            <a:off x="7121148" y="245596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33"/>
          <p:cNvSpPr/>
          <p:nvPr/>
        </p:nvSpPr>
        <p:spPr>
          <a:xfrm>
            <a:off x="7144813" y="231681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33"/>
          <p:cNvSpPr/>
          <p:nvPr/>
        </p:nvSpPr>
        <p:spPr>
          <a:xfrm>
            <a:off x="7609098" y="253752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33"/>
          <p:cNvSpPr/>
          <p:nvPr/>
        </p:nvSpPr>
        <p:spPr>
          <a:xfrm>
            <a:off x="7632763" y="266654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33"/>
          <p:cNvSpPr/>
          <p:nvPr/>
        </p:nvSpPr>
        <p:spPr>
          <a:xfrm>
            <a:off x="7750421" y="260140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33"/>
          <p:cNvSpPr/>
          <p:nvPr/>
        </p:nvSpPr>
        <p:spPr>
          <a:xfrm>
            <a:off x="7583167" y="275827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33"/>
          <p:cNvSpPr/>
          <p:nvPr/>
        </p:nvSpPr>
        <p:spPr>
          <a:xfrm>
            <a:off x="7800018" y="253752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33"/>
          <p:cNvSpPr/>
          <p:nvPr/>
        </p:nvSpPr>
        <p:spPr>
          <a:xfrm>
            <a:off x="7348065" y="257481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33"/>
          <p:cNvSpPr/>
          <p:nvPr/>
        </p:nvSpPr>
        <p:spPr>
          <a:xfrm>
            <a:off x="7348065" y="248076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33"/>
          <p:cNvSpPr/>
          <p:nvPr/>
        </p:nvSpPr>
        <p:spPr>
          <a:xfrm>
            <a:off x="7435858" y="250037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33"/>
          <p:cNvSpPr/>
          <p:nvPr/>
        </p:nvSpPr>
        <p:spPr>
          <a:xfrm>
            <a:off x="7262471" y="242043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33"/>
          <p:cNvSpPr/>
          <p:nvPr/>
        </p:nvSpPr>
        <p:spPr>
          <a:xfrm>
            <a:off x="7323133" y="231618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33"/>
          <p:cNvSpPr/>
          <p:nvPr/>
        </p:nvSpPr>
        <p:spPr>
          <a:xfrm>
            <a:off x="7397661" y="238670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33"/>
          <p:cNvSpPr/>
          <p:nvPr/>
        </p:nvSpPr>
        <p:spPr>
          <a:xfrm>
            <a:off x="7485455" y="231681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33"/>
          <p:cNvSpPr/>
          <p:nvPr/>
        </p:nvSpPr>
        <p:spPr>
          <a:xfrm>
            <a:off x="7548583" y="238670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33"/>
          <p:cNvSpPr/>
          <p:nvPr/>
        </p:nvSpPr>
        <p:spPr>
          <a:xfrm>
            <a:off x="8398143" y="256659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33"/>
          <p:cNvSpPr/>
          <p:nvPr/>
        </p:nvSpPr>
        <p:spPr>
          <a:xfrm>
            <a:off x="8448939" y="261738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33"/>
          <p:cNvSpPr/>
          <p:nvPr/>
        </p:nvSpPr>
        <p:spPr>
          <a:xfrm>
            <a:off x="7109084" y="234303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33"/>
          <p:cNvSpPr/>
          <p:nvPr/>
        </p:nvSpPr>
        <p:spPr>
          <a:xfrm>
            <a:off x="7630557" y="248066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33"/>
          <p:cNvSpPr/>
          <p:nvPr/>
        </p:nvSpPr>
        <p:spPr>
          <a:xfrm>
            <a:off x="7228867" y="256368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33"/>
          <p:cNvSpPr/>
          <p:nvPr/>
        </p:nvSpPr>
        <p:spPr>
          <a:xfrm>
            <a:off x="7837944" y="240202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33"/>
          <p:cNvSpPr/>
          <p:nvPr/>
        </p:nvSpPr>
        <p:spPr>
          <a:xfrm>
            <a:off x="7808544" y="257471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33"/>
          <p:cNvSpPr/>
          <p:nvPr/>
        </p:nvSpPr>
        <p:spPr>
          <a:xfrm>
            <a:off x="7716817" y="264524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33"/>
          <p:cNvSpPr/>
          <p:nvPr/>
        </p:nvSpPr>
        <p:spPr>
          <a:xfrm>
            <a:off x="7740482" y="277425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33"/>
          <p:cNvSpPr/>
          <p:nvPr/>
        </p:nvSpPr>
        <p:spPr>
          <a:xfrm>
            <a:off x="7858140" y="270912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33"/>
          <p:cNvSpPr/>
          <p:nvPr/>
        </p:nvSpPr>
        <p:spPr>
          <a:xfrm>
            <a:off x="7690886" y="286599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33"/>
          <p:cNvSpPr/>
          <p:nvPr/>
        </p:nvSpPr>
        <p:spPr>
          <a:xfrm>
            <a:off x="7907736" y="264524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33"/>
          <p:cNvSpPr/>
          <p:nvPr/>
        </p:nvSpPr>
        <p:spPr>
          <a:xfrm>
            <a:off x="7943734" y="257471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33"/>
          <p:cNvSpPr/>
          <p:nvPr/>
        </p:nvSpPr>
        <p:spPr>
          <a:xfrm>
            <a:off x="7943734" y="248066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33"/>
          <p:cNvSpPr/>
          <p:nvPr/>
        </p:nvSpPr>
        <p:spPr>
          <a:xfrm>
            <a:off x="8031527" y="250027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33"/>
          <p:cNvSpPr/>
          <p:nvPr/>
        </p:nvSpPr>
        <p:spPr>
          <a:xfrm>
            <a:off x="7370190" y="252814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33"/>
          <p:cNvSpPr/>
          <p:nvPr/>
        </p:nvSpPr>
        <p:spPr>
          <a:xfrm>
            <a:off x="7430852" y="242389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33"/>
          <p:cNvSpPr/>
          <p:nvPr/>
        </p:nvSpPr>
        <p:spPr>
          <a:xfrm>
            <a:off x="7505380" y="249442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33"/>
          <p:cNvSpPr/>
          <p:nvPr/>
        </p:nvSpPr>
        <p:spPr>
          <a:xfrm>
            <a:off x="7593173" y="242453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33"/>
          <p:cNvSpPr/>
          <p:nvPr/>
        </p:nvSpPr>
        <p:spPr>
          <a:xfrm>
            <a:off x="7656302" y="249442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33"/>
          <p:cNvSpPr/>
          <p:nvPr/>
        </p:nvSpPr>
        <p:spPr>
          <a:xfrm>
            <a:off x="7567510" y="289175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33"/>
          <p:cNvSpPr/>
          <p:nvPr/>
        </p:nvSpPr>
        <p:spPr>
          <a:xfrm>
            <a:off x="7618307" y="294255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33"/>
          <p:cNvSpPr/>
          <p:nvPr/>
        </p:nvSpPr>
        <p:spPr>
          <a:xfrm>
            <a:off x="7713500" y="289175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33"/>
          <p:cNvSpPr/>
          <p:nvPr/>
        </p:nvSpPr>
        <p:spPr>
          <a:xfrm>
            <a:off x="7747022" y="31372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33"/>
          <p:cNvSpPr/>
          <p:nvPr/>
        </p:nvSpPr>
        <p:spPr>
          <a:xfrm>
            <a:off x="7833283" y="311240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33"/>
          <p:cNvSpPr/>
          <p:nvPr/>
        </p:nvSpPr>
        <p:spPr>
          <a:xfrm>
            <a:off x="7856948" y="297326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33"/>
          <p:cNvSpPr/>
          <p:nvPr/>
        </p:nvSpPr>
        <p:spPr>
          <a:xfrm>
            <a:off x="7925009" y="323125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33"/>
          <p:cNvSpPr/>
          <p:nvPr/>
        </p:nvSpPr>
        <p:spPr>
          <a:xfrm>
            <a:off x="7833283" y="330178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33"/>
          <p:cNvSpPr/>
          <p:nvPr/>
        </p:nvSpPr>
        <p:spPr>
          <a:xfrm>
            <a:off x="7856948" y="343079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33"/>
          <p:cNvSpPr/>
          <p:nvPr/>
        </p:nvSpPr>
        <p:spPr>
          <a:xfrm>
            <a:off x="7974606" y="336566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33"/>
          <p:cNvSpPr/>
          <p:nvPr/>
        </p:nvSpPr>
        <p:spPr>
          <a:xfrm>
            <a:off x="7807351" y="352253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33"/>
          <p:cNvSpPr/>
          <p:nvPr/>
        </p:nvSpPr>
        <p:spPr>
          <a:xfrm>
            <a:off x="8024202" y="330178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33"/>
          <p:cNvSpPr/>
          <p:nvPr/>
        </p:nvSpPr>
        <p:spPr>
          <a:xfrm>
            <a:off x="8060199" y="323125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33"/>
          <p:cNvSpPr/>
          <p:nvPr/>
        </p:nvSpPr>
        <p:spPr>
          <a:xfrm>
            <a:off x="8060199" y="31372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33"/>
          <p:cNvSpPr/>
          <p:nvPr/>
        </p:nvSpPr>
        <p:spPr>
          <a:xfrm>
            <a:off x="8147993" y="315681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33"/>
          <p:cNvSpPr/>
          <p:nvPr/>
        </p:nvSpPr>
        <p:spPr>
          <a:xfrm>
            <a:off x="7974606" y="307687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33"/>
          <p:cNvSpPr/>
          <p:nvPr/>
        </p:nvSpPr>
        <p:spPr>
          <a:xfrm>
            <a:off x="8035268" y="297262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33"/>
          <p:cNvSpPr/>
          <p:nvPr/>
        </p:nvSpPr>
        <p:spPr>
          <a:xfrm>
            <a:off x="8109796" y="304315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33"/>
          <p:cNvSpPr/>
          <p:nvPr/>
        </p:nvSpPr>
        <p:spPr>
          <a:xfrm>
            <a:off x="8197589" y="297325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33"/>
          <p:cNvSpPr/>
          <p:nvPr/>
        </p:nvSpPr>
        <p:spPr>
          <a:xfrm>
            <a:off x="8260718" y="304315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33"/>
          <p:cNvSpPr/>
          <p:nvPr/>
        </p:nvSpPr>
        <p:spPr>
          <a:xfrm rot="-2700000">
            <a:off x="7725772" y="2359301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33"/>
          <p:cNvSpPr/>
          <p:nvPr/>
        </p:nvSpPr>
        <p:spPr>
          <a:xfrm rot="-2700000">
            <a:off x="7797609" y="2359301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33"/>
          <p:cNvSpPr/>
          <p:nvPr/>
        </p:nvSpPr>
        <p:spPr>
          <a:xfrm rot="-2700000">
            <a:off x="7829002" y="2256071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33"/>
          <p:cNvSpPr/>
          <p:nvPr/>
        </p:nvSpPr>
        <p:spPr>
          <a:xfrm rot="-2700000">
            <a:off x="8026265" y="2405924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33"/>
          <p:cNvSpPr/>
          <p:nvPr/>
        </p:nvSpPr>
        <p:spPr>
          <a:xfrm rot="-2700000">
            <a:off x="8069725" y="2327395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33"/>
          <p:cNvSpPr/>
          <p:nvPr/>
        </p:nvSpPr>
        <p:spPr>
          <a:xfrm rot="-2700000">
            <a:off x="7988066" y="2212269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33"/>
          <p:cNvSpPr/>
          <p:nvPr/>
        </p:nvSpPr>
        <p:spPr>
          <a:xfrm rot="-2700000">
            <a:off x="8218625" y="234657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33"/>
          <p:cNvSpPr/>
          <p:nvPr/>
        </p:nvSpPr>
        <p:spPr>
          <a:xfrm rot="-2700000">
            <a:off x="8203635" y="2461304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33"/>
          <p:cNvSpPr/>
          <p:nvPr/>
        </p:nvSpPr>
        <p:spPr>
          <a:xfrm rot="-2700000">
            <a:off x="8311596" y="253579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33"/>
          <p:cNvSpPr/>
          <p:nvPr/>
        </p:nvSpPr>
        <p:spPr>
          <a:xfrm rot="-2700000">
            <a:off x="8341393" y="263573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33"/>
          <p:cNvSpPr/>
          <p:nvPr/>
        </p:nvSpPr>
        <p:spPr>
          <a:xfrm rot="-2700000">
            <a:off x="7878110" y="2359301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33"/>
          <p:cNvSpPr/>
          <p:nvPr/>
        </p:nvSpPr>
        <p:spPr>
          <a:xfrm rot="-2700000">
            <a:off x="7949946" y="2359301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33"/>
          <p:cNvSpPr/>
          <p:nvPr/>
        </p:nvSpPr>
        <p:spPr>
          <a:xfrm rot="-2700000">
            <a:off x="7981340" y="2256071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33"/>
          <p:cNvSpPr/>
          <p:nvPr/>
        </p:nvSpPr>
        <p:spPr>
          <a:xfrm rot="-2700000">
            <a:off x="8178602" y="2405924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33"/>
          <p:cNvSpPr/>
          <p:nvPr/>
        </p:nvSpPr>
        <p:spPr>
          <a:xfrm rot="-2700000">
            <a:off x="8030447" y="2359301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33"/>
          <p:cNvSpPr/>
          <p:nvPr/>
        </p:nvSpPr>
        <p:spPr>
          <a:xfrm rot="-2700000">
            <a:off x="8102284" y="2359301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33"/>
          <p:cNvSpPr/>
          <p:nvPr/>
        </p:nvSpPr>
        <p:spPr>
          <a:xfrm>
            <a:off x="7360250" y="253225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33"/>
          <p:cNvSpPr/>
          <p:nvPr/>
        </p:nvSpPr>
        <p:spPr>
          <a:xfrm>
            <a:off x="7212874" y="257481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33"/>
          <p:cNvSpPr/>
          <p:nvPr/>
        </p:nvSpPr>
        <p:spPr>
          <a:xfrm>
            <a:off x="7320593" y="268253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33"/>
          <p:cNvSpPr/>
          <p:nvPr/>
        </p:nvSpPr>
        <p:spPr>
          <a:xfrm>
            <a:off x="7656300" y="364837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33"/>
          <p:cNvSpPr/>
          <p:nvPr/>
        </p:nvSpPr>
        <p:spPr>
          <a:xfrm>
            <a:off x="8031600" y="284455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33"/>
          <p:cNvSpPr/>
          <p:nvPr/>
        </p:nvSpPr>
        <p:spPr>
          <a:xfrm>
            <a:off x="8031600" y="275050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33"/>
          <p:cNvSpPr/>
          <p:nvPr/>
        </p:nvSpPr>
        <p:spPr>
          <a:xfrm>
            <a:off x="8119393" y="277011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33"/>
          <p:cNvSpPr/>
          <p:nvPr/>
        </p:nvSpPr>
        <p:spPr>
          <a:xfrm>
            <a:off x="7946006" y="269016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33"/>
          <p:cNvSpPr/>
          <p:nvPr/>
        </p:nvSpPr>
        <p:spPr>
          <a:xfrm>
            <a:off x="8006668" y="258591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33"/>
          <p:cNvSpPr/>
          <p:nvPr/>
        </p:nvSpPr>
        <p:spPr>
          <a:xfrm>
            <a:off x="8081196" y="265644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33"/>
          <p:cNvSpPr/>
          <p:nvPr/>
        </p:nvSpPr>
        <p:spPr>
          <a:xfrm>
            <a:off x="8168990" y="258655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33"/>
          <p:cNvSpPr/>
          <p:nvPr/>
        </p:nvSpPr>
        <p:spPr>
          <a:xfrm>
            <a:off x="7912402" y="283342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33"/>
          <p:cNvSpPr/>
          <p:nvPr/>
        </p:nvSpPr>
        <p:spPr>
          <a:xfrm>
            <a:off x="7936067" y="269427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33"/>
          <p:cNvSpPr/>
          <p:nvPr/>
        </p:nvSpPr>
        <p:spPr>
          <a:xfrm>
            <a:off x="8139319" y="285821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33"/>
          <p:cNvSpPr/>
          <p:nvPr/>
        </p:nvSpPr>
        <p:spPr>
          <a:xfrm>
            <a:off x="8053725" y="279788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33"/>
          <p:cNvSpPr/>
          <p:nvPr/>
        </p:nvSpPr>
        <p:spPr>
          <a:xfrm>
            <a:off x="8114387" y="269363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33"/>
          <p:cNvSpPr/>
          <p:nvPr/>
        </p:nvSpPr>
        <p:spPr>
          <a:xfrm>
            <a:off x="8188915" y="276416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33"/>
          <p:cNvSpPr/>
          <p:nvPr/>
        </p:nvSpPr>
        <p:spPr>
          <a:xfrm>
            <a:off x="8043785" y="280199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33"/>
          <p:cNvSpPr/>
          <p:nvPr/>
        </p:nvSpPr>
        <p:spPr>
          <a:xfrm>
            <a:off x="8443285" y="274316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33"/>
          <p:cNvSpPr/>
          <p:nvPr/>
        </p:nvSpPr>
        <p:spPr>
          <a:xfrm>
            <a:off x="8443285" y="264911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33"/>
          <p:cNvSpPr/>
          <p:nvPr/>
        </p:nvSpPr>
        <p:spPr>
          <a:xfrm>
            <a:off x="8531078" y="266872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33"/>
          <p:cNvSpPr/>
          <p:nvPr/>
        </p:nvSpPr>
        <p:spPr>
          <a:xfrm>
            <a:off x="8357691" y="258878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33"/>
          <p:cNvSpPr/>
          <p:nvPr/>
        </p:nvSpPr>
        <p:spPr>
          <a:xfrm>
            <a:off x="8418353" y="248453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33"/>
          <p:cNvSpPr/>
          <p:nvPr/>
        </p:nvSpPr>
        <p:spPr>
          <a:xfrm>
            <a:off x="8492881" y="255506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33"/>
          <p:cNvSpPr/>
          <p:nvPr/>
        </p:nvSpPr>
        <p:spPr>
          <a:xfrm>
            <a:off x="8580675" y="248516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33"/>
          <p:cNvSpPr/>
          <p:nvPr/>
        </p:nvSpPr>
        <p:spPr>
          <a:xfrm>
            <a:off x="8324087" y="273203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33"/>
          <p:cNvSpPr/>
          <p:nvPr/>
        </p:nvSpPr>
        <p:spPr>
          <a:xfrm>
            <a:off x="8347752" y="259289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33"/>
          <p:cNvSpPr/>
          <p:nvPr/>
        </p:nvSpPr>
        <p:spPr>
          <a:xfrm>
            <a:off x="8551003" y="275683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33"/>
          <p:cNvSpPr/>
          <p:nvPr/>
        </p:nvSpPr>
        <p:spPr>
          <a:xfrm>
            <a:off x="8465410" y="269650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33"/>
          <p:cNvSpPr/>
          <p:nvPr/>
        </p:nvSpPr>
        <p:spPr>
          <a:xfrm>
            <a:off x="8526072" y="259225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33"/>
          <p:cNvSpPr/>
          <p:nvPr/>
        </p:nvSpPr>
        <p:spPr>
          <a:xfrm>
            <a:off x="8600600" y="266278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33"/>
          <p:cNvSpPr/>
          <p:nvPr/>
        </p:nvSpPr>
        <p:spPr>
          <a:xfrm>
            <a:off x="8455470" y="270060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33"/>
          <p:cNvSpPr/>
          <p:nvPr/>
        </p:nvSpPr>
        <p:spPr>
          <a:xfrm>
            <a:off x="6979842" y="240594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33"/>
          <p:cNvSpPr/>
          <p:nvPr/>
        </p:nvSpPr>
        <p:spPr>
          <a:xfrm>
            <a:off x="6990356" y="260140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33"/>
          <p:cNvSpPr/>
          <p:nvPr/>
        </p:nvSpPr>
        <p:spPr>
          <a:xfrm>
            <a:off x="7690881" y="357214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33"/>
          <p:cNvSpPr txBox="1"/>
          <p:nvPr/>
        </p:nvSpPr>
        <p:spPr>
          <a:xfrm>
            <a:off x="4014525" y="2668863"/>
            <a:ext cx="33840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Lembre que a lei dos grandes números</a:t>
            </a:r>
            <a:br>
              <a:rPr lang="pt-BR"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fala que as estimativas se aproximam do valor real com mais dados. Mas quanto dados são bons suficientes?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682" name="Google Shape;682;p34"/>
          <p:cNvGrpSpPr/>
          <p:nvPr/>
        </p:nvGrpSpPr>
        <p:grpSpPr>
          <a:xfrm>
            <a:off x="-223200" y="1065725"/>
            <a:ext cx="9590400" cy="572700"/>
            <a:chOff x="-223200" y="1065725"/>
            <a:chExt cx="9590400" cy="572700"/>
          </a:xfrm>
        </p:grpSpPr>
        <p:sp>
          <p:nvSpPr>
            <p:cNvPr id="683" name="Google Shape;683;p34"/>
            <p:cNvSpPr/>
            <p:nvPr/>
          </p:nvSpPr>
          <p:spPr>
            <a:xfrm>
              <a:off x="-223200" y="1065725"/>
              <a:ext cx="399600" cy="5727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1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684" name="Google Shape;684;p34"/>
            <p:cNvSpPr/>
            <p:nvPr/>
          </p:nvSpPr>
          <p:spPr>
            <a:xfrm>
              <a:off x="1764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685" name="Google Shape;685;p34"/>
            <p:cNvSpPr/>
            <p:nvPr/>
          </p:nvSpPr>
          <p:spPr>
            <a:xfrm>
              <a:off x="5760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686" name="Google Shape;686;p34"/>
            <p:cNvSpPr/>
            <p:nvPr/>
          </p:nvSpPr>
          <p:spPr>
            <a:xfrm>
              <a:off x="9756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687" name="Google Shape;687;p34"/>
            <p:cNvSpPr/>
            <p:nvPr/>
          </p:nvSpPr>
          <p:spPr>
            <a:xfrm>
              <a:off x="1375200" y="1065725"/>
              <a:ext cx="399600" cy="5727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1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688" name="Google Shape;688;p34"/>
            <p:cNvSpPr/>
            <p:nvPr/>
          </p:nvSpPr>
          <p:spPr>
            <a:xfrm>
              <a:off x="17748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689" name="Google Shape;689;p34"/>
            <p:cNvSpPr/>
            <p:nvPr/>
          </p:nvSpPr>
          <p:spPr>
            <a:xfrm>
              <a:off x="21744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690" name="Google Shape;690;p34"/>
            <p:cNvSpPr/>
            <p:nvPr/>
          </p:nvSpPr>
          <p:spPr>
            <a:xfrm>
              <a:off x="25740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691" name="Google Shape;691;p34"/>
            <p:cNvSpPr/>
            <p:nvPr/>
          </p:nvSpPr>
          <p:spPr>
            <a:xfrm>
              <a:off x="29736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692" name="Google Shape;692;p34"/>
            <p:cNvSpPr/>
            <p:nvPr/>
          </p:nvSpPr>
          <p:spPr>
            <a:xfrm>
              <a:off x="33732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693" name="Google Shape;693;p34"/>
            <p:cNvSpPr/>
            <p:nvPr/>
          </p:nvSpPr>
          <p:spPr>
            <a:xfrm>
              <a:off x="37728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694" name="Google Shape;694;p34"/>
            <p:cNvSpPr/>
            <p:nvPr/>
          </p:nvSpPr>
          <p:spPr>
            <a:xfrm>
              <a:off x="4172400" y="1065725"/>
              <a:ext cx="399600" cy="5727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1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695" name="Google Shape;695;p34"/>
            <p:cNvSpPr/>
            <p:nvPr/>
          </p:nvSpPr>
          <p:spPr>
            <a:xfrm>
              <a:off x="45720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696" name="Google Shape;696;p34"/>
            <p:cNvSpPr/>
            <p:nvPr/>
          </p:nvSpPr>
          <p:spPr>
            <a:xfrm>
              <a:off x="49716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697" name="Google Shape;697;p34"/>
            <p:cNvSpPr/>
            <p:nvPr/>
          </p:nvSpPr>
          <p:spPr>
            <a:xfrm>
              <a:off x="53712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698" name="Google Shape;698;p34"/>
            <p:cNvSpPr/>
            <p:nvPr/>
          </p:nvSpPr>
          <p:spPr>
            <a:xfrm>
              <a:off x="57708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699" name="Google Shape;699;p34"/>
            <p:cNvSpPr/>
            <p:nvPr/>
          </p:nvSpPr>
          <p:spPr>
            <a:xfrm>
              <a:off x="61704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700" name="Google Shape;700;p34"/>
            <p:cNvSpPr/>
            <p:nvPr/>
          </p:nvSpPr>
          <p:spPr>
            <a:xfrm>
              <a:off x="65700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701" name="Google Shape;701;p34"/>
            <p:cNvSpPr/>
            <p:nvPr/>
          </p:nvSpPr>
          <p:spPr>
            <a:xfrm>
              <a:off x="69696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702" name="Google Shape;702;p34"/>
            <p:cNvSpPr/>
            <p:nvPr/>
          </p:nvSpPr>
          <p:spPr>
            <a:xfrm>
              <a:off x="73692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703" name="Google Shape;703;p34"/>
            <p:cNvSpPr/>
            <p:nvPr/>
          </p:nvSpPr>
          <p:spPr>
            <a:xfrm>
              <a:off x="77688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704" name="Google Shape;704;p34"/>
            <p:cNvSpPr/>
            <p:nvPr/>
          </p:nvSpPr>
          <p:spPr>
            <a:xfrm>
              <a:off x="81684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705" name="Google Shape;705;p34"/>
            <p:cNvSpPr/>
            <p:nvPr/>
          </p:nvSpPr>
          <p:spPr>
            <a:xfrm>
              <a:off x="8568000" y="1065725"/>
              <a:ext cx="399600" cy="5727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1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706" name="Google Shape;706;p34"/>
            <p:cNvSpPr/>
            <p:nvPr/>
          </p:nvSpPr>
          <p:spPr>
            <a:xfrm>
              <a:off x="8967600" y="1065725"/>
              <a:ext cx="3996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707" name="Google Shape;707;p34"/>
          <p:cNvSpPr txBox="1"/>
          <p:nvPr/>
        </p:nvSpPr>
        <p:spPr>
          <a:xfrm>
            <a:off x="96225" y="732675"/>
            <a:ext cx="42627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População</a:t>
            </a:r>
            <a:endParaRPr/>
          </a:p>
        </p:txBody>
      </p:sp>
      <p:pic>
        <p:nvPicPr>
          <p:cNvPr descr="p \approx \bar{x} = \frac{1}{n}\sum_{i=1}^n x_i" id="708" name="Google Shape;708;p34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359" y="3315525"/>
            <a:ext cx="2871304" cy="495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9" name="Google Shape;709;p34"/>
          <p:cNvGrpSpPr/>
          <p:nvPr/>
        </p:nvGrpSpPr>
        <p:grpSpPr>
          <a:xfrm>
            <a:off x="421850" y="1944400"/>
            <a:ext cx="2667125" cy="859708"/>
            <a:chOff x="6354025" y="2623550"/>
            <a:chExt cx="2667125" cy="859708"/>
          </a:xfrm>
        </p:grpSpPr>
        <p:grpSp>
          <p:nvGrpSpPr>
            <p:cNvPr id="710" name="Google Shape;710;p34"/>
            <p:cNvGrpSpPr/>
            <p:nvPr/>
          </p:nvGrpSpPr>
          <p:grpSpPr>
            <a:xfrm>
              <a:off x="6354025" y="2623550"/>
              <a:ext cx="2667125" cy="741431"/>
              <a:chOff x="5917825" y="2712375"/>
              <a:chExt cx="2667125" cy="741431"/>
            </a:xfrm>
          </p:grpSpPr>
          <p:pic>
            <p:nvPicPr>
              <p:cNvPr id="711" name="Google Shape;711;p34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5917825" y="3060206"/>
                <a:ext cx="393600" cy="393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12" name="Google Shape;712;p34"/>
              <p:cNvSpPr txBox="1"/>
              <p:nvPr/>
            </p:nvSpPr>
            <p:spPr>
              <a:xfrm>
                <a:off x="6193475" y="2712375"/>
                <a:ext cx="393600" cy="49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5300">
                    <a:latin typeface="Book Antiqua"/>
                    <a:ea typeface="Book Antiqua"/>
                    <a:cs typeface="Book Antiqua"/>
                    <a:sym typeface="Book Antiqua"/>
                  </a:rPr>
                  <a:t>{</a:t>
                </a:r>
                <a:endParaRPr sz="5300">
                  <a:latin typeface="Book Antiqua"/>
                  <a:ea typeface="Book Antiqua"/>
                  <a:cs typeface="Book Antiqua"/>
                  <a:sym typeface="Book Antiqua"/>
                </a:endParaRPr>
              </a:p>
            </p:txBody>
          </p:sp>
          <p:sp>
            <p:nvSpPr>
              <p:cNvPr id="713" name="Google Shape;713;p34"/>
              <p:cNvSpPr txBox="1"/>
              <p:nvPr/>
            </p:nvSpPr>
            <p:spPr>
              <a:xfrm>
                <a:off x="6875250" y="2865125"/>
                <a:ext cx="1709700" cy="49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/>
                  <a:t>1 → positivo</a:t>
                </a:r>
                <a:br>
                  <a:rPr lang="pt-BR"/>
                </a:br>
                <a:br>
                  <a:rPr lang="pt-BR"/>
                </a:br>
                <a:r>
                  <a:rPr lang="pt-BR"/>
                  <a:t>0 → caso contrário</a:t>
                </a:r>
                <a:endParaRPr/>
              </a:p>
            </p:txBody>
          </p:sp>
        </p:grpSp>
        <p:pic>
          <p:nvPicPr>
            <p:cNvPr descr="x_i =" id="714" name="Google Shape;714;p34" title="MathEquation,#0000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867848" y="2901882"/>
              <a:ext cx="481450" cy="184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i =" id="715" name="Google Shape;715;p34" title="MathEquation,#0000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867848" y="3298507"/>
              <a:ext cx="481450" cy="1847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\sigma^2 \approx s^2 = \frac{1}{n-1}\sum_{i=1}^n (x_i - \bar{x})^2 = p(1-p)" id="716" name="Google Shape;716;p34" title="MathEquation,#000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1850" y="4072419"/>
            <a:ext cx="5742608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34"/>
          <p:cNvSpPr txBox="1"/>
          <p:nvPr>
            <p:ph type="title"/>
          </p:nvPr>
        </p:nvSpPr>
        <p:spPr>
          <a:xfrm>
            <a:off x="311700" y="283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</a:t>
            </a:r>
            <a:r>
              <a:rPr lang="pt-BR"/>
              <a:t>stimar COVID-19 com alguma Confiança!</a:t>
            </a:r>
            <a:endParaRPr/>
          </a:p>
        </p:txBody>
      </p:sp>
      <p:pic>
        <p:nvPicPr>
          <p:cNvPr id="718" name="Google Shape;718;p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06750" y="1889350"/>
            <a:ext cx="2063126" cy="2002874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34"/>
          <p:cNvSpPr/>
          <p:nvPr/>
        </p:nvSpPr>
        <p:spPr>
          <a:xfrm>
            <a:off x="8182705" y="235115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34"/>
          <p:cNvSpPr/>
          <p:nvPr/>
        </p:nvSpPr>
        <p:spPr>
          <a:xfrm>
            <a:off x="8233502" y="240195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34"/>
          <p:cNvSpPr/>
          <p:nvPr/>
        </p:nvSpPr>
        <p:spPr>
          <a:xfrm>
            <a:off x="8328695" y="235115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34"/>
          <p:cNvSpPr/>
          <p:nvPr/>
        </p:nvSpPr>
        <p:spPr>
          <a:xfrm>
            <a:off x="8362217" y="259660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34"/>
          <p:cNvSpPr/>
          <p:nvPr/>
        </p:nvSpPr>
        <p:spPr>
          <a:xfrm>
            <a:off x="8448478" y="257180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34"/>
          <p:cNvSpPr/>
          <p:nvPr/>
        </p:nvSpPr>
        <p:spPr>
          <a:xfrm>
            <a:off x="8472142" y="243265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34"/>
          <p:cNvSpPr/>
          <p:nvPr/>
        </p:nvSpPr>
        <p:spPr>
          <a:xfrm>
            <a:off x="8540204" y="269065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34"/>
          <p:cNvSpPr/>
          <p:nvPr/>
        </p:nvSpPr>
        <p:spPr>
          <a:xfrm>
            <a:off x="8448478" y="276118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34"/>
          <p:cNvSpPr/>
          <p:nvPr/>
        </p:nvSpPr>
        <p:spPr>
          <a:xfrm>
            <a:off x="8472142" y="289019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34"/>
          <p:cNvSpPr/>
          <p:nvPr/>
        </p:nvSpPr>
        <p:spPr>
          <a:xfrm>
            <a:off x="7642702" y="249368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34"/>
          <p:cNvSpPr/>
          <p:nvPr/>
        </p:nvSpPr>
        <p:spPr>
          <a:xfrm>
            <a:off x="8422546" y="298192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34"/>
          <p:cNvSpPr/>
          <p:nvPr/>
        </p:nvSpPr>
        <p:spPr>
          <a:xfrm>
            <a:off x="7204348" y="253762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34"/>
          <p:cNvSpPr/>
          <p:nvPr/>
        </p:nvSpPr>
        <p:spPr>
          <a:xfrm>
            <a:off x="7240346" y="246709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34"/>
          <p:cNvSpPr/>
          <p:nvPr/>
        </p:nvSpPr>
        <p:spPr>
          <a:xfrm>
            <a:off x="7240346" y="237304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34"/>
          <p:cNvSpPr/>
          <p:nvPr/>
        </p:nvSpPr>
        <p:spPr>
          <a:xfrm>
            <a:off x="7661814" y="276628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34"/>
          <p:cNvSpPr/>
          <p:nvPr/>
        </p:nvSpPr>
        <p:spPr>
          <a:xfrm>
            <a:off x="7154752" y="231271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34"/>
          <p:cNvSpPr/>
          <p:nvPr/>
        </p:nvSpPr>
        <p:spPr>
          <a:xfrm>
            <a:off x="7215414" y="220846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34"/>
          <p:cNvSpPr/>
          <p:nvPr/>
        </p:nvSpPr>
        <p:spPr>
          <a:xfrm>
            <a:off x="7289942" y="227899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34"/>
          <p:cNvSpPr/>
          <p:nvPr/>
        </p:nvSpPr>
        <p:spPr>
          <a:xfrm>
            <a:off x="7377736" y="220909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34"/>
          <p:cNvSpPr/>
          <p:nvPr/>
        </p:nvSpPr>
        <p:spPr>
          <a:xfrm>
            <a:off x="7440864" y="227899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34"/>
          <p:cNvSpPr/>
          <p:nvPr/>
        </p:nvSpPr>
        <p:spPr>
          <a:xfrm>
            <a:off x="8290424" y="245887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34"/>
          <p:cNvSpPr/>
          <p:nvPr/>
        </p:nvSpPr>
        <p:spPr>
          <a:xfrm>
            <a:off x="8341220" y="250966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34"/>
          <p:cNvSpPr/>
          <p:nvPr/>
        </p:nvSpPr>
        <p:spPr>
          <a:xfrm>
            <a:off x="8436413" y="245887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34"/>
          <p:cNvSpPr/>
          <p:nvPr/>
        </p:nvSpPr>
        <p:spPr>
          <a:xfrm>
            <a:off x="8469936" y="270431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34"/>
          <p:cNvSpPr/>
          <p:nvPr/>
        </p:nvSpPr>
        <p:spPr>
          <a:xfrm>
            <a:off x="7121148" y="245596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34"/>
          <p:cNvSpPr/>
          <p:nvPr/>
        </p:nvSpPr>
        <p:spPr>
          <a:xfrm>
            <a:off x="7144813" y="231681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34"/>
          <p:cNvSpPr/>
          <p:nvPr/>
        </p:nvSpPr>
        <p:spPr>
          <a:xfrm>
            <a:off x="7609098" y="253752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34"/>
          <p:cNvSpPr/>
          <p:nvPr/>
        </p:nvSpPr>
        <p:spPr>
          <a:xfrm>
            <a:off x="7632763" y="266654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34"/>
          <p:cNvSpPr/>
          <p:nvPr/>
        </p:nvSpPr>
        <p:spPr>
          <a:xfrm>
            <a:off x="7750421" y="260140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34"/>
          <p:cNvSpPr/>
          <p:nvPr/>
        </p:nvSpPr>
        <p:spPr>
          <a:xfrm>
            <a:off x="7583167" y="275827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34"/>
          <p:cNvSpPr/>
          <p:nvPr/>
        </p:nvSpPr>
        <p:spPr>
          <a:xfrm>
            <a:off x="7800018" y="253752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34"/>
          <p:cNvSpPr/>
          <p:nvPr/>
        </p:nvSpPr>
        <p:spPr>
          <a:xfrm>
            <a:off x="7348065" y="257481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34"/>
          <p:cNvSpPr/>
          <p:nvPr/>
        </p:nvSpPr>
        <p:spPr>
          <a:xfrm>
            <a:off x="7348065" y="248076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34"/>
          <p:cNvSpPr/>
          <p:nvPr/>
        </p:nvSpPr>
        <p:spPr>
          <a:xfrm>
            <a:off x="7435858" y="250037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34"/>
          <p:cNvSpPr/>
          <p:nvPr/>
        </p:nvSpPr>
        <p:spPr>
          <a:xfrm>
            <a:off x="7262471" y="242043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34"/>
          <p:cNvSpPr/>
          <p:nvPr/>
        </p:nvSpPr>
        <p:spPr>
          <a:xfrm>
            <a:off x="7323133" y="231618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34"/>
          <p:cNvSpPr/>
          <p:nvPr/>
        </p:nvSpPr>
        <p:spPr>
          <a:xfrm>
            <a:off x="7397661" y="238670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34"/>
          <p:cNvSpPr/>
          <p:nvPr/>
        </p:nvSpPr>
        <p:spPr>
          <a:xfrm>
            <a:off x="7485455" y="231681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34"/>
          <p:cNvSpPr/>
          <p:nvPr/>
        </p:nvSpPr>
        <p:spPr>
          <a:xfrm>
            <a:off x="7548583" y="238670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34"/>
          <p:cNvSpPr/>
          <p:nvPr/>
        </p:nvSpPr>
        <p:spPr>
          <a:xfrm>
            <a:off x="8398143" y="256659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34"/>
          <p:cNvSpPr/>
          <p:nvPr/>
        </p:nvSpPr>
        <p:spPr>
          <a:xfrm>
            <a:off x="8448939" y="261738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34"/>
          <p:cNvSpPr/>
          <p:nvPr/>
        </p:nvSpPr>
        <p:spPr>
          <a:xfrm>
            <a:off x="7109084" y="234303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34"/>
          <p:cNvSpPr/>
          <p:nvPr/>
        </p:nvSpPr>
        <p:spPr>
          <a:xfrm>
            <a:off x="7630557" y="248066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34"/>
          <p:cNvSpPr/>
          <p:nvPr/>
        </p:nvSpPr>
        <p:spPr>
          <a:xfrm>
            <a:off x="7228867" y="256368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34"/>
          <p:cNvSpPr/>
          <p:nvPr/>
        </p:nvSpPr>
        <p:spPr>
          <a:xfrm>
            <a:off x="7837944" y="240202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34"/>
          <p:cNvSpPr/>
          <p:nvPr/>
        </p:nvSpPr>
        <p:spPr>
          <a:xfrm>
            <a:off x="7808544" y="257471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34"/>
          <p:cNvSpPr/>
          <p:nvPr/>
        </p:nvSpPr>
        <p:spPr>
          <a:xfrm>
            <a:off x="7716817" y="264524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34"/>
          <p:cNvSpPr/>
          <p:nvPr/>
        </p:nvSpPr>
        <p:spPr>
          <a:xfrm>
            <a:off x="7740482" y="277425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34"/>
          <p:cNvSpPr/>
          <p:nvPr/>
        </p:nvSpPr>
        <p:spPr>
          <a:xfrm>
            <a:off x="7858140" y="270912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34"/>
          <p:cNvSpPr/>
          <p:nvPr/>
        </p:nvSpPr>
        <p:spPr>
          <a:xfrm>
            <a:off x="7690886" y="286599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34"/>
          <p:cNvSpPr/>
          <p:nvPr/>
        </p:nvSpPr>
        <p:spPr>
          <a:xfrm>
            <a:off x="7907736" y="264524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34"/>
          <p:cNvSpPr/>
          <p:nvPr/>
        </p:nvSpPr>
        <p:spPr>
          <a:xfrm>
            <a:off x="7943734" y="257471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34"/>
          <p:cNvSpPr/>
          <p:nvPr/>
        </p:nvSpPr>
        <p:spPr>
          <a:xfrm>
            <a:off x="7943734" y="248066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34"/>
          <p:cNvSpPr/>
          <p:nvPr/>
        </p:nvSpPr>
        <p:spPr>
          <a:xfrm>
            <a:off x="8031527" y="250027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34"/>
          <p:cNvSpPr/>
          <p:nvPr/>
        </p:nvSpPr>
        <p:spPr>
          <a:xfrm>
            <a:off x="7370190" y="252814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34"/>
          <p:cNvSpPr/>
          <p:nvPr/>
        </p:nvSpPr>
        <p:spPr>
          <a:xfrm>
            <a:off x="7430852" y="242389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34"/>
          <p:cNvSpPr/>
          <p:nvPr/>
        </p:nvSpPr>
        <p:spPr>
          <a:xfrm>
            <a:off x="7505380" y="249442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34"/>
          <p:cNvSpPr/>
          <p:nvPr/>
        </p:nvSpPr>
        <p:spPr>
          <a:xfrm>
            <a:off x="7593173" y="242453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34"/>
          <p:cNvSpPr/>
          <p:nvPr/>
        </p:nvSpPr>
        <p:spPr>
          <a:xfrm>
            <a:off x="7656302" y="249442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34"/>
          <p:cNvSpPr/>
          <p:nvPr/>
        </p:nvSpPr>
        <p:spPr>
          <a:xfrm>
            <a:off x="7567510" y="289175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34"/>
          <p:cNvSpPr/>
          <p:nvPr/>
        </p:nvSpPr>
        <p:spPr>
          <a:xfrm>
            <a:off x="7618307" y="294255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34"/>
          <p:cNvSpPr/>
          <p:nvPr/>
        </p:nvSpPr>
        <p:spPr>
          <a:xfrm>
            <a:off x="7713500" y="289175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34"/>
          <p:cNvSpPr/>
          <p:nvPr/>
        </p:nvSpPr>
        <p:spPr>
          <a:xfrm>
            <a:off x="7747022" y="31372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34"/>
          <p:cNvSpPr/>
          <p:nvPr/>
        </p:nvSpPr>
        <p:spPr>
          <a:xfrm>
            <a:off x="7833283" y="311240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34"/>
          <p:cNvSpPr/>
          <p:nvPr/>
        </p:nvSpPr>
        <p:spPr>
          <a:xfrm>
            <a:off x="7856948" y="297326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34"/>
          <p:cNvSpPr/>
          <p:nvPr/>
        </p:nvSpPr>
        <p:spPr>
          <a:xfrm>
            <a:off x="7925009" y="323125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34"/>
          <p:cNvSpPr/>
          <p:nvPr/>
        </p:nvSpPr>
        <p:spPr>
          <a:xfrm>
            <a:off x="7833283" y="330178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34"/>
          <p:cNvSpPr/>
          <p:nvPr/>
        </p:nvSpPr>
        <p:spPr>
          <a:xfrm>
            <a:off x="7856948" y="343079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34"/>
          <p:cNvSpPr/>
          <p:nvPr/>
        </p:nvSpPr>
        <p:spPr>
          <a:xfrm>
            <a:off x="7974606" y="336566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34"/>
          <p:cNvSpPr/>
          <p:nvPr/>
        </p:nvSpPr>
        <p:spPr>
          <a:xfrm>
            <a:off x="7807351" y="352253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34"/>
          <p:cNvSpPr/>
          <p:nvPr/>
        </p:nvSpPr>
        <p:spPr>
          <a:xfrm>
            <a:off x="8024202" y="330178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34"/>
          <p:cNvSpPr/>
          <p:nvPr/>
        </p:nvSpPr>
        <p:spPr>
          <a:xfrm>
            <a:off x="8060199" y="323125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34"/>
          <p:cNvSpPr/>
          <p:nvPr/>
        </p:nvSpPr>
        <p:spPr>
          <a:xfrm>
            <a:off x="8060199" y="31372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34"/>
          <p:cNvSpPr/>
          <p:nvPr/>
        </p:nvSpPr>
        <p:spPr>
          <a:xfrm>
            <a:off x="8147993" y="315681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34"/>
          <p:cNvSpPr/>
          <p:nvPr/>
        </p:nvSpPr>
        <p:spPr>
          <a:xfrm>
            <a:off x="7974606" y="307687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34"/>
          <p:cNvSpPr/>
          <p:nvPr/>
        </p:nvSpPr>
        <p:spPr>
          <a:xfrm>
            <a:off x="8035268" y="297262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34"/>
          <p:cNvSpPr/>
          <p:nvPr/>
        </p:nvSpPr>
        <p:spPr>
          <a:xfrm>
            <a:off x="8109796" y="304315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34"/>
          <p:cNvSpPr/>
          <p:nvPr/>
        </p:nvSpPr>
        <p:spPr>
          <a:xfrm>
            <a:off x="8197589" y="297325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34"/>
          <p:cNvSpPr/>
          <p:nvPr/>
        </p:nvSpPr>
        <p:spPr>
          <a:xfrm>
            <a:off x="8260718" y="304315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34"/>
          <p:cNvSpPr/>
          <p:nvPr/>
        </p:nvSpPr>
        <p:spPr>
          <a:xfrm rot="-2700000">
            <a:off x="7725772" y="2359301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34"/>
          <p:cNvSpPr/>
          <p:nvPr/>
        </p:nvSpPr>
        <p:spPr>
          <a:xfrm rot="-2700000">
            <a:off x="7797609" y="2359301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34"/>
          <p:cNvSpPr/>
          <p:nvPr/>
        </p:nvSpPr>
        <p:spPr>
          <a:xfrm rot="-2700000">
            <a:off x="7829002" y="2256071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34"/>
          <p:cNvSpPr/>
          <p:nvPr/>
        </p:nvSpPr>
        <p:spPr>
          <a:xfrm rot="-2700000">
            <a:off x="8026265" y="2405924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34"/>
          <p:cNvSpPr/>
          <p:nvPr/>
        </p:nvSpPr>
        <p:spPr>
          <a:xfrm rot="-2700000">
            <a:off x="8069725" y="2327395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34"/>
          <p:cNvSpPr/>
          <p:nvPr/>
        </p:nvSpPr>
        <p:spPr>
          <a:xfrm rot="-2700000">
            <a:off x="7988066" y="2212269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34"/>
          <p:cNvSpPr/>
          <p:nvPr/>
        </p:nvSpPr>
        <p:spPr>
          <a:xfrm rot="-2700000">
            <a:off x="8218625" y="234657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34"/>
          <p:cNvSpPr/>
          <p:nvPr/>
        </p:nvSpPr>
        <p:spPr>
          <a:xfrm rot="-2700000">
            <a:off x="8203635" y="2461304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34"/>
          <p:cNvSpPr/>
          <p:nvPr/>
        </p:nvSpPr>
        <p:spPr>
          <a:xfrm rot="-2700000">
            <a:off x="8311596" y="253579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34"/>
          <p:cNvSpPr/>
          <p:nvPr/>
        </p:nvSpPr>
        <p:spPr>
          <a:xfrm rot="-2700000">
            <a:off x="8341393" y="263573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34"/>
          <p:cNvSpPr/>
          <p:nvPr/>
        </p:nvSpPr>
        <p:spPr>
          <a:xfrm rot="-2700000">
            <a:off x="7878110" y="2359301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34"/>
          <p:cNvSpPr/>
          <p:nvPr/>
        </p:nvSpPr>
        <p:spPr>
          <a:xfrm rot="-2700000">
            <a:off x="7949946" y="2359301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34"/>
          <p:cNvSpPr/>
          <p:nvPr/>
        </p:nvSpPr>
        <p:spPr>
          <a:xfrm rot="-2700000">
            <a:off x="7981340" y="2256071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34"/>
          <p:cNvSpPr/>
          <p:nvPr/>
        </p:nvSpPr>
        <p:spPr>
          <a:xfrm rot="-2700000">
            <a:off x="8178602" y="2405924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34"/>
          <p:cNvSpPr/>
          <p:nvPr/>
        </p:nvSpPr>
        <p:spPr>
          <a:xfrm rot="-2700000">
            <a:off x="8030447" y="2359301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34"/>
          <p:cNvSpPr/>
          <p:nvPr/>
        </p:nvSpPr>
        <p:spPr>
          <a:xfrm rot="-2700000">
            <a:off x="8102284" y="2359301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34"/>
          <p:cNvSpPr/>
          <p:nvPr/>
        </p:nvSpPr>
        <p:spPr>
          <a:xfrm>
            <a:off x="7360250" y="253225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34"/>
          <p:cNvSpPr/>
          <p:nvPr/>
        </p:nvSpPr>
        <p:spPr>
          <a:xfrm>
            <a:off x="7212874" y="257481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34"/>
          <p:cNvSpPr/>
          <p:nvPr/>
        </p:nvSpPr>
        <p:spPr>
          <a:xfrm>
            <a:off x="7320593" y="268253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34"/>
          <p:cNvSpPr/>
          <p:nvPr/>
        </p:nvSpPr>
        <p:spPr>
          <a:xfrm>
            <a:off x="7656300" y="364837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34"/>
          <p:cNvSpPr/>
          <p:nvPr/>
        </p:nvSpPr>
        <p:spPr>
          <a:xfrm>
            <a:off x="8031600" y="284455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34"/>
          <p:cNvSpPr/>
          <p:nvPr/>
        </p:nvSpPr>
        <p:spPr>
          <a:xfrm>
            <a:off x="8031600" y="275050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34"/>
          <p:cNvSpPr/>
          <p:nvPr/>
        </p:nvSpPr>
        <p:spPr>
          <a:xfrm>
            <a:off x="8119393" y="277011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34"/>
          <p:cNvSpPr/>
          <p:nvPr/>
        </p:nvSpPr>
        <p:spPr>
          <a:xfrm>
            <a:off x="7946006" y="269016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34"/>
          <p:cNvSpPr/>
          <p:nvPr/>
        </p:nvSpPr>
        <p:spPr>
          <a:xfrm>
            <a:off x="8006668" y="258591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34"/>
          <p:cNvSpPr/>
          <p:nvPr/>
        </p:nvSpPr>
        <p:spPr>
          <a:xfrm>
            <a:off x="8081196" y="265644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34"/>
          <p:cNvSpPr/>
          <p:nvPr/>
        </p:nvSpPr>
        <p:spPr>
          <a:xfrm>
            <a:off x="8168990" y="258655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34"/>
          <p:cNvSpPr/>
          <p:nvPr/>
        </p:nvSpPr>
        <p:spPr>
          <a:xfrm>
            <a:off x="7912402" y="283342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34"/>
          <p:cNvSpPr/>
          <p:nvPr/>
        </p:nvSpPr>
        <p:spPr>
          <a:xfrm>
            <a:off x="7936067" y="269427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34"/>
          <p:cNvSpPr/>
          <p:nvPr/>
        </p:nvSpPr>
        <p:spPr>
          <a:xfrm>
            <a:off x="8139319" y="285821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34"/>
          <p:cNvSpPr/>
          <p:nvPr/>
        </p:nvSpPr>
        <p:spPr>
          <a:xfrm>
            <a:off x="8053725" y="279788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34"/>
          <p:cNvSpPr/>
          <p:nvPr/>
        </p:nvSpPr>
        <p:spPr>
          <a:xfrm>
            <a:off x="8114387" y="269363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34"/>
          <p:cNvSpPr/>
          <p:nvPr/>
        </p:nvSpPr>
        <p:spPr>
          <a:xfrm>
            <a:off x="8188915" y="276416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34"/>
          <p:cNvSpPr/>
          <p:nvPr/>
        </p:nvSpPr>
        <p:spPr>
          <a:xfrm>
            <a:off x="8043785" y="280199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34"/>
          <p:cNvSpPr/>
          <p:nvPr/>
        </p:nvSpPr>
        <p:spPr>
          <a:xfrm>
            <a:off x="8443285" y="274316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34"/>
          <p:cNvSpPr/>
          <p:nvPr/>
        </p:nvSpPr>
        <p:spPr>
          <a:xfrm>
            <a:off x="8443285" y="264911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34"/>
          <p:cNvSpPr/>
          <p:nvPr/>
        </p:nvSpPr>
        <p:spPr>
          <a:xfrm>
            <a:off x="8531078" y="266872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34"/>
          <p:cNvSpPr/>
          <p:nvPr/>
        </p:nvSpPr>
        <p:spPr>
          <a:xfrm>
            <a:off x="8357691" y="258878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34"/>
          <p:cNvSpPr/>
          <p:nvPr/>
        </p:nvSpPr>
        <p:spPr>
          <a:xfrm>
            <a:off x="8418353" y="248453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34"/>
          <p:cNvSpPr/>
          <p:nvPr/>
        </p:nvSpPr>
        <p:spPr>
          <a:xfrm>
            <a:off x="8492881" y="255506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34"/>
          <p:cNvSpPr/>
          <p:nvPr/>
        </p:nvSpPr>
        <p:spPr>
          <a:xfrm>
            <a:off x="8580675" y="248516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34"/>
          <p:cNvSpPr/>
          <p:nvPr/>
        </p:nvSpPr>
        <p:spPr>
          <a:xfrm>
            <a:off x="8324087" y="273203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34"/>
          <p:cNvSpPr/>
          <p:nvPr/>
        </p:nvSpPr>
        <p:spPr>
          <a:xfrm>
            <a:off x="8347752" y="259289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34"/>
          <p:cNvSpPr/>
          <p:nvPr/>
        </p:nvSpPr>
        <p:spPr>
          <a:xfrm>
            <a:off x="8551003" y="275683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34"/>
          <p:cNvSpPr/>
          <p:nvPr/>
        </p:nvSpPr>
        <p:spPr>
          <a:xfrm>
            <a:off x="8465410" y="269650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34"/>
          <p:cNvSpPr/>
          <p:nvPr/>
        </p:nvSpPr>
        <p:spPr>
          <a:xfrm>
            <a:off x="8526072" y="259225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34"/>
          <p:cNvSpPr/>
          <p:nvPr/>
        </p:nvSpPr>
        <p:spPr>
          <a:xfrm>
            <a:off x="8600600" y="266278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34"/>
          <p:cNvSpPr/>
          <p:nvPr/>
        </p:nvSpPr>
        <p:spPr>
          <a:xfrm>
            <a:off x="8455470" y="270060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34"/>
          <p:cNvSpPr/>
          <p:nvPr/>
        </p:nvSpPr>
        <p:spPr>
          <a:xfrm>
            <a:off x="6979842" y="240594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34"/>
          <p:cNvSpPr/>
          <p:nvPr/>
        </p:nvSpPr>
        <p:spPr>
          <a:xfrm>
            <a:off x="6990356" y="260140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34"/>
          <p:cNvSpPr/>
          <p:nvPr/>
        </p:nvSpPr>
        <p:spPr>
          <a:xfrm>
            <a:off x="7690881" y="357214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34"/>
          <p:cNvSpPr txBox="1"/>
          <p:nvPr/>
        </p:nvSpPr>
        <p:spPr>
          <a:xfrm>
            <a:off x="4014525" y="2668863"/>
            <a:ext cx="33840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Existe exatamente p fração no Brasil?</a:t>
            </a:r>
            <a:br>
              <a:rPr lang="pt-BR"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Não!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35"/>
          <p:cNvSpPr txBox="1"/>
          <p:nvPr>
            <p:ph type="title"/>
          </p:nvPr>
        </p:nvSpPr>
        <p:spPr>
          <a:xfrm>
            <a:off x="311700" y="283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Vamos pensar no TCL</a:t>
            </a:r>
            <a:endParaRPr/>
          </a:p>
        </p:txBody>
      </p:sp>
      <p:sp>
        <p:nvSpPr>
          <p:cNvPr id="855" name="Google Shape;855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856" name="Google Shape;85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4175" y="1171575"/>
            <a:ext cx="2063126" cy="2002874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35"/>
          <p:cNvSpPr/>
          <p:nvPr/>
        </p:nvSpPr>
        <p:spPr>
          <a:xfrm>
            <a:off x="2410130" y="163337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35"/>
          <p:cNvSpPr/>
          <p:nvPr/>
        </p:nvSpPr>
        <p:spPr>
          <a:xfrm>
            <a:off x="2460927" y="168417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35"/>
          <p:cNvSpPr/>
          <p:nvPr/>
        </p:nvSpPr>
        <p:spPr>
          <a:xfrm>
            <a:off x="2556120" y="163337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35"/>
          <p:cNvSpPr/>
          <p:nvPr/>
        </p:nvSpPr>
        <p:spPr>
          <a:xfrm>
            <a:off x="2589642" y="187882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35"/>
          <p:cNvSpPr/>
          <p:nvPr/>
        </p:nvSpPr>
        <p:spPr>
          <a:xfrm>
            <a:off x="2675903" y="185402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35"/>
          <p:cNvSpPr/>
          <p:nvPr/>
        </p:nvSpPr>
        <p:spPr>
          <a:xfrm>
            <a:off x="2699567" y="171488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35"/>
          <p:cNvSpPr/>
          <p:nvPr/>
        </p:nvSpPr>
        <p:spPr>
          <a:xfrm>
            <a:off x="2767629" y="197287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35"/>
          <p:cNvSpPr/>
          <p:nvPr/>
        </p:nvSpPr>
        <p:spPr>
          <a:xfrm>
            <a:off x="2675903" y="204340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35"/>
          <p:cNvSpPr/>
          <p:nvPr/>
        </p:nvSpPr>
        <p:spPr>
          <a:xfrm>
            <a:off x="2699567" y="217241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35"/>
          <p:cNvSpPr/>
          <p:nvPr/>
        </p:nvSpPr>
        <p:spPr>
          <a:xfrm>
            <a:off x="1870127" y="177591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35"/>
          <p:cNvSpPr/>
          <p:nvPr/>
        </p:nvSpPr>
        <p:spPr>
          <a:xfrm>
            <a:off x="2649971" y="226415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35"/>
          <p:cNvSpPr/>
          <p:nvPr/>
        </p:nvSpPr>
        <p:spPr>
          <a:xfrm>
            <a:off x="1431773" y="181984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35"/>
          <p:cNvSpPr/>
          <p:nvPr/>
        </p:nvSpPr>
        <p:spPr>
          <a:xfrm>
            <a:off x="1467771" y="174932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35"/>
          <p:cNvSpPr/>
          <p:nvPr/>
        </p:nvSpPr>
        <p:spPr>
          <a:xfrm>
            <a:off x="1467771" y="165527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35"/>
          <p:cNvSpPr/>
          <p:nvPr/>
        </p:nvSpPr>
        <p:spPr>
          <a:xfrm>
            <a:off x="1889239" y="20485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35"/>
          <p:cNvSpPr/>
          <p:nvPr/>
        </p:nvSpPr>
        <p:spPr>
          <a:xfrm>
            <a:off x="1382177" y="159493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35"/>
          <p:cNvSpPr/>
          <p:nvPr/>
        </p:nvSpPr>
        <p:spPr>
          <a:xfrm>
            <a:off x="1442839" y="149068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35"/>
          <p:cNvSpPr/>
          <p:nvPr/>
        </p:nvSpPr>
        <p:spPr>
          <a:xfrm>
            <a:off x="1517367" y="156121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35"/>
          <p:cNvSpPr/>
          <p:nvPr/>
        </p:nvSpPr>
        <p:spPr>
          <a:xfrm>
            <a:off x="1605161" y="149132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35"/>
          <p:cNvSpPr/>
          <p:nvPr/>
        </p:nvSpPr>
        <p:spPr>
          <a:xfrm>
            <a:off x="1668289" y="156121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35"/>
          <p:cNvSpPr/>
          <p:nvPr/>
        </p:nvSpPr>
        <p:spPr>
          <a:xfrm>
            <a:off x="2517849" y="174109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35"/>
          <p:cNvSpPr/>
          <p:nvPr/>
        </p:nvSpPr>
        <p:spPr>
          <a:xfrm>
            <a:off x="2568645" y="179189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35"/>
          <p:cNvSpPr/>
          <p:nvPr/>
        </p:nvSpPr>
        <p:spPr>
          <a:xfrm>
            <a:off x="2663838" y="174109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35"/>
          <p:cNvSpPr/>
          <p:nvPr/>
        </p:nvSpPr>
        <p:spPr>
          <a:xfrm>
            <a:off x="2697361" y="198654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35"/>
          <p:cNvSpPr/>
          <p:nvPr/>
        </p:nvSpPr>
        <p:spPr>
          <a:xfrm>
            <a:off x="1348573" y="173819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35"/>
          <p:cNvSpPr/>
          <p:nvPr/>
        </p:nvSpPr>
        <p:spPr>
          <a:xfrm>
            <a:off x="1372238" y="159904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35"/>
          <p:cNvSpPr/>
          <p:nvPr/>
        </p:nvSpPr>
        <p:spPr>
          <a:xfrm>
            <a:off x="1836523" y="181975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35"/>
          <p:cNvSpPr/>
          <p:nvPr/>
        </p:nvSpPr>
        <p:spPr>
          <a:xfrm>
            <a:off x="1860188" y="194876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35"/>
          <p:cNvSpPr/>
          <p:nvPr/>
        </p:nvSpPr>
        <p:spPr>
          <a:xfrm>
            <a:off x="1977846" y="188363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35"/>
          <p:cNvSpPr/>
          <p:nvPr/>
        </p:nvSpPr>
        <p:spPr>
          <a:xfrm>
            <a:off x="1810592" y="204050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35"/>
          <p:cNvSpPr/>
          <p:nvPr/>
        </p:nvSpPr>
        <p:spPr>
          <a:xfrm>
            <a:off x="2027443" y="181975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35"/>
          <p:cNvSpPr/>
          <p:nvPr/>
        </p:nvSpPr>
        <p:spPr>
          <a:xfrm>
            <a:off x="1575490" y="18570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35"/>
          <p:cNvSpPr/>
          <p:nvPr/>
        </p:nvSpPr>
        <p:spPr>
          <a:xfrm>
            <a:off x="1575490" y="176298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35"/>
          <p:cNvSpPr/>
          <p:nvPr/>
        </p:nvSpPr>
        <p:spPr>
          <a:xfrm>
            <a:off x="1663283" y="178259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35"/>
          <p:cNvSpPr/>
          <p:nvPr/>
        </p:nvSpPr>
        <p:spPr>
          <a:xfrm>
            <a:off x="1489896" y="170265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35"/>
          <p:cNvSpPr/>
          <p:nvPr/>
        </p:nvSpPr>
        <p:spPr>
          <a:xfrm>
            <a:off x="1550558" y="15984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35"/>
          <p:cNvSpPr/>
          <p:nvPr/>
        </p:nvSpPr>
        <p:spPr>
          <a:xfrm>
            <a:off x="1625086" y="166893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35"/>
          <p:cNvSpPr/>
          <p:nvPr/>
        </p:nvSpPr>
        <p:spPr>
          <a:xfrm>
            <a:off x="1712880" y="15990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35"/>
          <p:cNvSpPr/>
          <p:nvPr/>
        </p:nvSpPr>
        <p:spPr>
          <a:xfrm>
            <a:off x="1776008" y="166893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35"/>
          <p:cNvSpPr/>
          <p:nvPr/>
        </p:nvSpPr>
        <p:spPr>
          <a:xfrm>
            <a:off x="2625568" y="184881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35"/>
          <p:cNvSpPr/>
          <p:nvPr/>
        </p:nvSpPr>
        <p:spPr>
          <a:xfrm>
            <a:off x="2676364" y="189961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35"/>
          <p:cNvSpPr/>
          <p:nvPr/>
        </p:nvSpPr>
        <p:spPr>
          <a:xfrm>
            <a:off x="1336509" y="162526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35"/>
          <p:cNvSpPr/>
          <p:nvPr/>
        </p:nvSpPr>
        <p:spPr>
          <a:xfrm>
            <a:off x="1857982" y="176289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35"/>
          <p:cNvSpPr/>
          <p:nvPr/>
        </p:nvSpPr>
        <p:spPr>
          <a:xfrm>
            <a:off x="1456292" y="184590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35"/>
          <p:cNvSpPr/>
          <p:nvPr/>
        </p:nvSpPr>
        <p:spPr>
          <a:xfrm>
            <a:off x="2065369" y="168424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35"/>
          <p:cNvSpPr/>
          <p:nvPr/>
        </p:nvSpPr>
        <p:spPr>
          <a:xfrm>
            <a:off x="2035969" y="185694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35"/>
          <p:cNvSpPr/>
          <p:nvPr/>
        </p:nvSpPr>
        <p:spPr>
          <a:xfrm>
            <a:off x="1944242" y="192747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35"/>
          <p:cNvSpPr/>
          <p:nvPr/>
        </p:nvSpPr>
        <p:spPr>
          <a:xfrm>
            <a:off x="1967907" y="205648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35"/>
          <p:cNvSpPr/>
          <p:nvPr/>
        </p:nvSpPr>
        <p:spPr>
          <a:xfrm>
            <a:off x="2085565" y="199134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35"/>
          <p:cNvSpPr/>
          <p:nvPr/>
        </p:nvSpPr>
        <p:spPr>
          <a:xfrm>
            <a:off x="1918311" y="214821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35"/>
          <p:cNvSpPr/>
          <p:nvPr/>
        </p:nvSpPr>
        <p:spPr>
          <a:xfrm>
            <a:off x="2135161" y="192747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35"/>
          <p:cNvSpPr/>
          <p:nvPr/>
        </p:nvSpPr>
        <p:spPr>
          <a:xfrm>
            <a:off x="2171159" y="185694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35"/>
          <p:cNvSpPr/>
          <p:nvPr/>
        </p:nvSpPr>
        <p:spPr>
          <a:xfrm>
            <a:off x="2171159" y="176289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35"/>
          <p:cNvSpPr/>
          <p:nvPr/>
        </p:nvSpPr>
        <p:spPr>
          <a:xfrm>
            <a:off x="2258952" y="178250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35"/>
          <p:cNvSpPr/>
          <p:nvPr/>
        </p:nvSpPr>
        <p:spPr>
          <a:xfrm>
            <a:off x="1597615" y="181037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35"/>
          <p:cNvSpPr/>
          <p:nvPr/>
        </p:nvSpPr>
        <p:spPr>
          <a:xfrm>
            <a:off x="1658277" y="170612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35"/>
          <p:cNvSpPr/>
          <p:nvPr/>
        </p:nvSpPr>
        <p:spPr>
          <a:xfrm>
            <a:off x="1732805" y="177665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35"/>
          <p:cNvSpPr/>
          <p:nvPr/>
        </p:nvSpPr>
        <p:spPr>
          <a:xfrm>
            <a:off x="1820598" y="170675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35"/>
          <p:cNvSpPr/>
          <p:nvPr/>
        </p:nvSpPr>
        <p:spPr>
          <a:xfrm>
            <a:off x="1883727" y="177665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35"/>
          <p:cNvSpPr/>
          <p:nvPr/>
        </p:nvSpPr>
        <p:spPr>
          <a:xfrm>
            <a:off x="1794935" y="217398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35"/>
          <p:cNvSpPr/>
          <p:nvPr/>
        </p:nvSpPr>
        <p:spPr>
          <a:xfrm>
            <a:off x="1845732" y="222478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35"/>
          <p:cNvSpPr/>
          <p:nvPr/>
        </p:nvSpPr>
        <p:spPr>
          <a:xfrm>
            <a:off x="1940925" y="217398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35"/>
          <p:cNvSpPr/>
          <p:nvPr/>
        </p:nvSpPr>
        <p:spPr>
          <a:xfrm>
            <a:off x="1974447" y="241943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35"/>
          <p:cNvSpPr/>
          <p:nvPr/>
        </p:nvSpPr>
        <p:spPr>
          <a:xfrm>
            <a:off x="2060708" y="239463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35"/>
          <p:cNvSpPr/>
          <p:nvPr/>
        </p:nvSpPr>
        <p:spPr>
          <a:xfrm>
            <a:off x="2084373" y="225548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35"/>
          <p:cNvSpPr/>
          <p:nvPr/>
        </p:nvSpPr>
        <p:spPr>
          <a:xfrm>
            <a:off x="2152434" y="251348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35"/>
          <p:cNvSpPr/>
          <p:nvPr/>
        </p:nvSpPr>
        <p:spPr>
          <a:xfrm>
            <a:off x="2060708" y="258401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35"/>
          <p:cNvSpPr/>
          <p:nvPr/>
        </p:nvSpPr>
        <p:spPr>
          <a:xfrm>
            <a:off x="2084373" y="271302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35"/>
          <p:cNvSpPr/>
          <p:nvPr/>
        </p:nvSpPr>
        <p:spPr>
          <a:xfrm>
            <a:off x="2202031" y="264788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35"/>
          <p:cNvSpPr/>
          <p:nvPr/>
        </p:nvSpPr>
        <p:spPr>
          <a:xfrm>
            <a:off x="2034776" y="280475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35"/>
          <p:cNvSpPr/>
          <p:nvPr/>
        </p:nvSpPr>
        <p:spPr>
          <a:xfrm>
            <a:off x="2251627" y="258401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35"/>
          <p:cNvSpPr/>
          <p:nvPr/>
        </p:nvSpPr>
        <p:spPr>
          <a:xfrm>
            <a:off x="2287624" y="251348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35"/>
          <p:cNvSpPr/>
          <p:nvPr/>
        </p:nvSpPr>
        <p:spPr>
          <a:xfrm>
            <a:off x="2287624" y="241943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35"/>
          <p:cNvSpPr/>
          <p:nvPr/>
        </p:nvSpPr>
        <p:spPr>
          <a:xfrm>
            <a:off x="2375418" y="243904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35"/>
          <p:cNvSpPr/>
          <p:nvPr/>
        </p:nvSpPr>
        <p:spPr>
          <a:xfrm>
            <a:off x="2202031" y="235909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35"/>
          <p:cNvSpPr/>
          <p:nvPr/>
        </p:nvSpPr>
        <p:spPr>
          <a:xfrm>
            <a:off x="2262693" y="225484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35"/>
          <p:cNvSpPr/>
          <p:nvPr/>
        </p:nvSpPr>
        <p:spPr>
          <a:xfrm>
            <a:off x="2337221" y="232537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35"/>
          <p:cNvSpPr/>
          <p:nvPr/>
        </p:nvSpPr>
        <p:spPr>
          <a:xfrm>
            <a:off x="2425014" y="225548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35"/>
          <p:cNvSpPr/>
          <p:nvPr/>
        </p:nvSpPr>
        <p:spPr>
          <a:xfrm>
            <a:off x="2488143" y="232537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35"/>
          <p:cNvSpPr/>
          <p:nvPr/>
        </p:nvSpPr>
        <p:spPr>
          <a:xfrm rot="-2700000">
            <a:off x="1953197" y="1641526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35"/>
          <p:cNvSpPr/>
          <p:nvPr/>
        </p:nvSpPr>
        <p:spPr>
          <a:xfrm rot="-2700000">
            <a:off x="2025034" y="1641526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35"/>
          <p:cNvSpPr/>
          <p:nvPr/>
        </p:nvSpPr>
        <p:spPr>
          <a:xfrm rot="-2700000">
            <a:off x="2056427" y="1538296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35"/>
          <p:cNvSpPr/>
          <p:nvPr/>
        </p:nvSpPr>
        <p:spPr>
          <a:xfrm rot="-2700000">
            <a:off x="2253690" y="1688149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35"/>
          <p:cNvSpPr/>
          <p:nvPr/>
        </p:nvSpPr>
        <p:spPr>
          <a:xfrm rot="-2700000">
            <a:off x="2297150" y="1609620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35"/>
          <p:cNvSpPr/>
          <p:nvPr/>
        </p:nvSpPr>
        <p:spPr>
          <a:xfrm rot="-2700000">
            <a:off x="2215491" y="1494494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35"/>
          <p:cNvSpPr/>
          <p:nvPr/>
        </p:nvSpPr>
        <p:spPr>
          <a:xfrm rot="-2700000">
            <a:off x="2446050" y="162879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35"/>
          <p:cNvSpPr/>
          <p:nvPr/>
        </p:nvSpPr>
        <p:spPr>
          <a:xfrm rot="-2700000">
            <a:off x="2431060" y="1743529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35"/>
          <p:cNvSpPr/>
          <p:nvPr/>
        </p:nvSpPr>
        <p:spPr>
          <a:xfrm rot="-2700000">
            <a:off x="2539021" y="181802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35"/>
          <p:cNvSpPr/>
          <p:nvPr/>
        </p:nvSpPr>
        <p:spPr>
          <a:xfrm rot="-2700000">
            <a:off x="2568818" y="191795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35"/>
          <p:cNvSpPr/>
          <p:nvPr/>
        </p:nvSpPr>
        <p:spPr>
          <a:xfrm rot="-2700000">
            <a:off x="2105535" y="1641526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35"/>
          <p:cNvSpPr/>
          <p:nvPr/>
        </p:nvSpPr>
        <p:spPr>
          <a:xfrm rot="-2700000">
            <a:off x="2177371" y="1641526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35"/>
          <p:cNvSpPr/>
          <p:nvPr/>
        </p:nvSpPr>
        <p:spPr>
          <a:xfrm rot="-2700000">
            <a:off x="2208765" y="1538296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35"/>
          <p:cNvSpPr/>
          <p:nvPr/>
        </p:nvSpPr>
        <p:spPr>
          <a:xfrm rot="-2700000">
            <a:off x="2406027" y="1688149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35"/>
          <p:cNvSpPr/>
          <p:nvPr/>
        </p:nvSpPr>
        <p:spPr>
          <a:xfrm rot="-2700000">
            <a:off x="2257872" y="1641526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35"/>
          <p:cNvSpPr/>
          <p:nvPr/>
        </p:nvSpPr>
        <p:spPr>
          <a:xfrm rot="-2700000">
            <a:off x="2329709" y="1641526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35"/>
          <p:cNvSpPr/>
          <p:nvPr/>
        </p:nvSpPr>
        <p:spPr>
          <a:xfrm>
            <a:off x="1587675" y="181448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35"/>
          <p:cNvSpPr/>
          <p:nvPr/>
        </p:nvSpPr>
        <p:spPr>
          <a:xfrm>
            <a:off x="1440300" y="18570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35"/>
          <p:cNvSpPr/>
          <p:nvPr/>
        </p:nvSpPr>
        <p:spPr>
          <a:xfrm>
            <a:off x="1548018" y="196475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35"/>
          <p:cNvSpPr/>
          <p:nvPr/>
        </p:nvSpPr>
        <p:spPr>
          <a:xfrm>
            <a:off x="1883725" y="293059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35"/>
          <p:cNvSpPr/>
          <p:nvPr/>
        </p:nvSpPr>
        <p:spPr>
          <a:xfrm>
            <a:off x="2259025" y="212677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35"/>
          <p:cNvSpPr/>
          <p:nvPr/>
        </p:nvSpPr>
        <p:spPr>
          <a:xfrm>
            <a:off x="2259025" y="203272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35"/>
          <p:cNvSpPr/>
          <p:nvPr/>
        </p:nvSpPr>
        <p:spPr>
          <a:xfrm>
            <a:off x="2346818" y="205233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35"/>
          <p:cNvSpPr/>
          <p:nvPr/>
        </p:nvSpPr>
        <p:spPr>
          <a:xfrm>
            <a:off x="2173431" y="197239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35"/>
          <p:cNvSpPr/>
          <p:nvPr/>
        </p:nvSpPr>
        <p:spPr>
          <a:xfrm>
            <a:off x="2234093" y="186814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35"/>
          <p:cNvSpPr/>
          <p:nvPr/>
        </p:nvSpPr>
        <p:spPr>
          <a:xfrm>
            <a:off x="2308621" y="193867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35"/>
          <p:cNvSpPr/>
          <p:nvPr/>
        </p:nvSpPr>
        <p:spPr>
          <a:xfrm>
            <a:off x="2396415" y="186877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35"/>
          <p:cNvSpPr/>
          <p:nvPr/>
        </p:nvSpPr>
        <p:spPr>
          <a:xfrm>
            <a:off x="2139827" y="211564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35"/>
          <p:cNvSpPr/>
          <p:nvPr/>
        </p:nvSpPr>
        <p:spPr>
          <a:xfrm>
            <a:off x="2163492" y="197649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35"/>
          <p:cNvSpPr/>
          <p:nvPr/>
        </p:nvSpPr>
        <p:spPr>
          <a:xfrm>
            <a:off x="2366744" y="214044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35"/>
          <p:cNvSpPr/>
          <p:nvPr/>
        </p:nvSpPr>
        <p:spPr>
          <a:xfrm>
            <a:off x="2281150" y="208011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35"/>
          <p:cNvSpPr/>
          <p:nvPr/>
        </p:nvSpPr>
        <p:spPr>
          <a:xfrm>
            <a:off x="2341812" y="197586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35"/>
          <p:cNvSpPr/>
          <p:nvPr/>
        </p:nvSpPr>
        <p:spPr>
          <a:xfrm>
            <a:off x="2416340" y="204638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35"/>
          <p:cNvSpPr/>
          <p:nvPr/>
        </p:nvSpPr>
        <p:spPr>
          <a:xfrm>
            <a:off x="2271210" y="208421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35"/>
          <p:cNvSpPr/>
          <p:nvPr/>
        </p:nvSpPr>
        <p:spPr>
          <a:xfrm>
            <a:off x="2670710" y="202539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35"/>
          <p:cNvSpPr/>
          <p:nvPr/>
        </p:nvSpPr>
        <p:spPr>
          <a:xfrm>
            <a:off x="2670710" y="193134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35"/>
          <p:cNvSpPr/>
          <p:nvPr/>
        </p:nvSpPr>
        <p:spPr>
          <a:xfrm>
            <a:off x="2758503" y="195095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35"/>
          <p:cNvSpPr/>
          <p:nvPr/>
        </p:nvSpPr>
        <p:spPr>
          <a:xfrm>
            <a:off x="2585116" y="187101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35"/>
          <p:cNvSpPr/>
          <p:nvPr/>
        </p:nvSpPr>
        <p:spPr>
          <a:xfrm>
            <a:off x="2645778" y="176676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35"/>
          <p:cNvSpPr/>
          <p:nvPr/>
        </p:nvSpPr>
        <p:spPr>
          <a:xfrm>
            <a:off x="2720306" y="183728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35"/>
          <p:cNvSpPr/>
          <p:nvPr/>
        </p:nvSpPr>
        <p:spPr>
          <a:xfrm>
            <a:off x="2808100" y="176739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35"/>
          <p:cNvSpPr/>
          <p:nvPr/>
        </p:nvSpPr>
        <p:spPr>
          <a:xfrm>
            <a:off x="2551512" y="201426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35"/>
          <p:cNvSpPr/>
          <p:nvPr/>
        </p:nvSpPr>
        <p:spPr>
          <a:xfrm>
            <a:off x="2575177" y="187511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35"/>
          <p:cNvSpPr/>
          <p:nvPr/>
        </p:nvSpPr>
        <p:spPr>
          <a:xfrm>
            <a:off x="2778428" y="203906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35"/>
          <p:cNvSpPr/>
          <p:nvPr/>
        </p:nvSpPr>
        <p:spPr>
          <a:xfrm>
            <a:off x="2692835" y="197872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35"/>
          <p:cNvSpPr/>
          <p:nvPr/>
        </p:nvSpPr>
        <p:spPr>
          <a:xfrm>
            <a:off x="2753497" y="187447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35"/>
          <p:cNvSpPr/>
          <p:nvPr/>
        </p:nvSpPr>
        <p:spPr>
          <a:xfrm>
            <a:off x="2828025" y="19450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35"/>
          <p:cNvSpPr/>
          <p:nvPr/>
        </p:nvSpPr>
        <p:spPr>
          <a:xfrm>
            <a:off x="2682895" y="198283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35"/>
          <p:cNvSpPr/>
          <p:nvPr/>
        </p:nvSpPr>
        <p:spPr>
          <a:xfrm>
            <a:off x="1207267" y="168816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35"/>
          <p:cNvSpPr/>
          <p:nvPr/>
        </p:nvSpPr>
        <p:spPr>
          <a:xfrm>
            <a:off x="1217781" y="188363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35"/>
          <p:cNvSpPr/>
          <p:nvPr/>
        </p:nvSpPr>
        <p:spPr>
          <a:xfrm>
            <a:off x="1918306" y="285436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7" name="Google Shape;98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6825" y="1197288"/>
            <a:ext cx="2063126" cy="2002874"/>
          </a:xfrm>
          <a:prstGeom prst="rect">
            <a:avLst/>
          </a:prstGeom>
          <a:noFill/>
          <a:ln>
            <a:noFill/>
          </a:ln>
        </p:spPr>
      </p:pic>
      <p:sp>
        <p:nvSpPr>
          <p:cNvPr id="988" name="Google Shape;988;p35"/>
          <p:cNvSpPr/>
          <p:nvPr/>
        </p:nvSpPr>
        <p:spPr>
          <a:xfrm>
            <a:off x="4552780" y="165909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35"/>
          <p:cNvSpPr/>
          <p:nvPr/>
        </p:nvSpPr>
        <p:spPr>
          <a:xfrm>
            <a:off x="4603577" y="170988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35"/>
          <p:cNvSpPr/>
          <p:nvPr/>
        </p:nvSpPr>
        <p:spPr>
          <a:xfrm>
            <a:off x="4698770" y="165909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35"/>
          <p:cNvSpPr/>
          <p:nvPr/>
        </p:nvSpPr>
        <p:spPr>
          <a:xfrm>
            <a:off x="4732292" y="19045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35"/>
          <p:cNvSpPr/>
          <p:nvPr/>
        </p:nvSpPr>
        <p:spPr>
          <a:xfrm>
            <a:off x="4818553" y="187974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35"/>
          <p:cNvSpPr/>
          <p:nvPr/>
        </p:nvSpPr>
        <p:spPr>
          <a:xfrm>
            <a:off x="4842217" y="174059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35"/>
          <p:cNvSpPr/>
          <p:nvPr/>
        </p:nvSpPr>
        <p:spPr>
          <a:xfrm>
            <a:off x="4910279" y="199858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35"/>
          <p:cNvSpPr/>
          <p:nvPr/>
        </p:nvSpPr>
        <p:spPr>
          <a:xfrm>
            <a:off x="4818553" y="206911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35"/>
          <p:cNvSpPr/>
          <p:nvPr/>
        </p:nvSpPr>
        <p:spPr>
          <a:xfrm>
            <a:off x="4842217" y="219813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35"/>
          <p:cNvSpPr/>
          <p:nvPr/>
        </p:nvSpPr>
        <p:spPr>
          <a:xfrm>
            <a:off x="4012777" y="180162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35"/>
          <p:cNvSpPr/>
          <p:nvPr/>
        </p:nvSpPr>
        <p:spPr>
          <a:xfrm>
            <a:off x="4792621" y="228986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35"/>
          <p:cNvSpPr/>
          <p:nvPr/>
        </p:nvSpPr>
        <p:spPr>
          <a:xfrm>
            <a:off x="3574423" y="184556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35"/>
          <p:cNvSpPr/>
          <p:nvPr/>
        </p:nvSpPr>
        <p:spPr>
          <a:xfrm>
            <a:off x="3610421" y="177503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35"/>
          <p:cNvSpPr/>
          <p:nvPr/>
        </p:nvSpPr>
        <p:spPr>
          <a:xfrm>
            <a:off x="3610421" y="168098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35"/>
          <p:cNvSpPr/>
          <p:nvPr/>
        </p:nvSpPr>
        <p:spPr>
          <a:xfrm>
            <a:off x="3698214" y="170059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35"/>
          <p:cNvSpPr/>
          <p:nvPr/>
        </p:nvSpPr>
        <p:spPr>
          <a:xfrm>
            <a:off x="3524827" y="162065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35"/>
          <p:cNvSpPr/>
          <p:nvPr/>
        </p:nvSpPr>
        <p:spPr>
          <a:xfrm>
            <a:off x="3585489" y="151640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35"/>
          <p:cNvSpPr/>
          <p:nvPr/>
        </p:nvSpPr>
        <p:spPr>
          <a:xfrm>
            <a:off x="3660017" y="158692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35"/>
          <p:cNvSpPr/>
          <p:nvPr/>
        </p:nvSpPr>
        <p:spPr>
          <a:xfrm>
            <a:off x="3747811" y="151703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35"/>
          <p:cNvSpPr/>
          <p:nvPr/>
        </p:nvSpPr>
        <p:spPr>
          <a:xfrm>
            <a:off x="3810939" y="158692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35"/>
          <p:cNvSpPr/>
          <p:nvPr/>
        </p:nvSpPr>
        <p:spPr>
          <a:xfrm>
            <a:off x="4660499" y="176681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35"/>
          <p:cNvSpPr/>
          <p:nvPr/>
        </p:nvSpPr>
        <p:spPr>
          <a:xfrm>
            <a:off x="4711295" y="18176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35"/>
          <p:cNvSpPr/>
          <p:nvPr/>
        </p:nvSpPr>
        <p:spPr>
          <a:xfrm>
            <a:off x="4806488" y="176681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35"/>
          <p:cNvSpPr/>
          <p:nvPr/>
        </p:nvSpPr>
        <p:spPr>
          <a:xfrm>
            <a:off x="4840011" y="201225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35"/>
          <p:cNvSpPr/>
          <p:nvPr/>
        </p:nvSpPr>
        <p:spPr>
          <a:xfrm>
            <a:off x="3491223" y="176390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35"/>
          <p:cNvSpPr/>
          <p:nvPr/>
        </p:nvSpPr>
        <p:spPr>
          <a:xfrm>
            <a:off x="3514888" y="162475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35"/>
          <p:cNvSpPr/>
          <p:nvPr/>
        </p:nvSpPr>
        <p:spPr>
          <a:xfrm>
            <a:off x="3979173" y="184546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35"/>
          <p:cNvSpPr/>
          <p:nvPr/>
        </p:nvSpPr>
        <p:spPr>
          <a:xfrm>
            <a:off x="4002838" y="197447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35"/>
          <p:cNvSpPr/>
          <p:nvPr/>
        </p:nvSpPr>
        <p:spPr>
          <a:xfrm>
            <a:off x="4120496" y="190934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35"/>
          <p:cNvSpPr/>
          <p:nvPr/>
        </p:nvSpPr>
        <p:spPr>
          <a:xfrm>
            <a:off x="3953242" y="206621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35"/>
          <p:cNvSpPr/>
          <p:nvPr/>
        </p:nvSpPr>
        <p:spPr>
          <a:xfrm>
            <a:off x="4170093" y="184546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35"/>
          <p:cNvSpPr/>
          <p:nvPr/>
        </p:nvSpPr>
        <p:spPr>
          <a:xfrm>
            <a:off x="3718140" y="188275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35"/>
          <p:cNvSpPr/>
          <p:nvPr/>
        </p:nvSpPr>
        <p:spPr>
          <a:xfrm>
            <a:off x="3718140" y="178870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35"/>
          <p:cNvSpPr/>
          <p:nvPr/>
        </p:nvSpPr>
        <p:spPr>
          <a:xfrm>
            <a:off x="3805933" y="180831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35"/>
          <p:cNvSpPr/>
          <p:nvPr/>
        </p:nvSpPr>
        <p:spPr>
          <a:xfrm>
            <a:off x="3632546" y="172836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35"/>
          <p:cNvSpPr/>
          <p:nvPr/>
        </p:nvSpPr>
        <p:spPr>
          <a:xfrm>
            <a:off x="3693208" y="162411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35"/>
          <p:cNvSpPr/>
          <p:nvPr/>
        </p:nvSpPr>
        <p:spPr>
          <a:xfrm>
            <a:off x="3767736" y="169464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35"/>
          <p:cNvSpPr/>
          <p:nvPr/>
        </p:nvSpPr>
        <p:spPr>
          <a:xfrm>
            <a:off x="3855530" y="162475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35"/>
          <p:cNvSpPr/>
          <p:nvPr/>
        </p:nvSpPr>
        <p:spPr>
          <a:xfrm>
            <a:off x="3918658" y="169464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35"/>
          <p:cNvSpPr/>
          <p:nvPr/>
        </p:nvSpPr>
        <p:spPr>
          <a:xfrm>
            <a:off x="4768218" y="187452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35"/>
          <p:cNvSpPr/>
          <p:nvPr/>
        </p:nvSpPr>
        <p:spPr>
          <a:xfrm>
            <a:off x="4819014" y="192532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35"/>
          <p:cNvSpPr/>
          <p:nvPr/>
        </p:nvSpPr>
        <p:spPr>
          <a:xfrm>
            <a:off x="3479159" y="165097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35"/>
          <p:cNvSpPr/>
          <p:nvPr/>
        </p:nvSpPr>
        <p:spPr>
          <a:xfrm>
            <a:off x="4000632" y="178860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35"/>
          <p:cNvSpPr/>
          <p:nvPr/>
        </p:nvSpPr>
        <p:spPr>
          <a:xfrm>
            <a:off x="3598942" y="187162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35"/>
          <p:cNvSpPr/>
          <p:nvPr/>
        </p:nvSpPr>
        <p:spPr>
          <a:xfrm>
            <a:off x="3622607" y="173247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35"/>
          <p:cNvSpPr/>
          <p:nvPr/>
        </p:nvSpPr>
        <p:spPr>
          <a:xfrm>
            <a:off x="4178619" y="188265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35"/>
          <p:cNvSpPr/>
          <p:nvPr/>
        </p:nvSpPr>
        <p:spPr>
          <a:xfrm>
            <a:off x="4086892" y="195318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35"/>
          <p:cNvSpPr/>
          <p:nvPr/>
        </p:nvSpPr>
        <p:spPr>
          <a:xfrm>
            <a:off x="4110557" y="208219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35"/>
          <p:cNvSpPr/>
          <p:nvPr/>
        </p:nvSpPr>
        <p:spPr>
          <a:xfrm>
            <a:off x="4228215" y="201706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35"/>
          <p:cNvSpPr/>
          <p:nvPr/>
        </p:nvSpPr>
        <p:spPr>
          <a:xfrm>
            <a:off x="4060961" y="217393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35"/>
          <p:cNvSpPr/>
          <p:nvPr/>
        </p:nvSpPr>
        <p:spPr>
          <a:xfrm>
            <a:off x="4277811" y="195318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35"/>
          <p:cNvSpPr/>
          <p:nvPr/>
        </p:nvSpPr>
        <p:spPr>
          <a:xfrm>
            <a:off x="4313809" y="188265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35"/>
          <p:cNvSpPr/>
          <p:nvPr/>
        </p:nvSpPr>
        <p:spPr>
          <a:xfrm>
            <a:off x="4313809" y="178860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35"/>
          <p:cNvSpPr/>
          <p:nvPr/>
        </p:nvSpPr>
        <p:spPr>
          <a:xfrm>
            <a:off x="4401602" y="180821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35"/>
          <p:cNvSpPr/>
          <p:nvPr/>
        </p:nvSpPr>
        <p:spPr>
          <a:xfrm>
            <a:off x="3740265" y="183608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35"/>
          <p:cNvSpPr/>
          <p:nvPr/>
        </p:nvSpPr>
        <p:spPr>
          <a:xfrm>
            <a:off x="3800927" y="173183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35"/>
          <p:cNvSpPr/>
          <p:nvPr/>
        </p:nvSpPr>
        <p:spPr>
          <a:xfrm>
            <a:off x="3875455" y="180236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35"/>
          <p:cNvSpPr/>
          <p:nvPr/>
        </p:nvSpPr>
        <p:spPr>
          <a:xfrm>
            <a:off x="3963248" y="173247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35"/>
          <p:cNvSpPr/>
          <p:nvPr/>
        </p:nvSpPr>
        <p:spPr>
          <a:xfrm>
            <a:off x="4026377" y="180236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35"/>
          <p:cNvSpPr/>
          <p:nvPr/>
        </p:nvSpPr>
        <p:spPr>
          <a:xfrm>
            <a:off x="3937585" y="219969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35"/>
          <p:cNvSpPr/>
          <p:nvPr/>
        </p:nvSpPr>
        <p:spPr>
          <a:xfrm>
            <a:off x="3988382" y="225049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35"/>
          <p:cNvSpPr/>
          <p:nvPr/>
        </p:nvSpPr>
        <p:spPr>
          <a:xfrm>
            <a:off x="4083575" y="219969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35"/>
          <p:cNvSpPr/>
          <p:nvPr/>
        </p:nvSpPr>
        <p:spPr>
          <a:xfrm>
            <a:off x="4117097" y="244514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35"/>
          <p:cNvSpPr/>
          <p:nvPr/>
        </p:nvSpPr>
        <p:spPr>
          <a:xfrm>
            <a:off x="4203358" y="242034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35"/>
          <p:cNvSpPr/>
          <p:nvPr/>
        </p:nvSpPr>
        <p:spPr>
          <a:xfrm>
            <a:off x="4227023" y="228119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35"/>
          <p:cNvSpPr/>
          <p:nvPr/>
        </p:nvSpPr>
        <p:spPr>
          <a:xfrm>
            <a:off x="4295084" y="253919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35"/>
          <p:cNvSpPr/>
          <p:nvPr/>
        </p:nvSpPr>
        <p:spPr>
          <a:xfrm>
            <a:off x="4203358" y="260972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35"/>
          <p:cNvSpPr/>
          <p:nvPr/>
        </p:nvSpPr>
        <p:spPr>
          <a:xfrm>
            <a:off x="4227023" y="273873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35"/>
          <p:cNvSpPr/>
          <p:nvPr/>
        </p:nvSpPr>
        <p:spPr>
          <a:xfrm>
            <a:off x="4344681" y="267360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35"/>
          <p:cNvSpPr/>
          <p:nvPr/>
        </p:nvSpPr>
        <p:spPr>
          <a:xfrm>
            <a:off x="4177426" y="283047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35"/>
          <p:cNvSpPr/>
          <p:nvPr/>
        </p:nvSpPr>
        <p:spPr>
          <a:xfrm>
            <a:off x="4394277" y="260972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35"/>
          <p:cNvSpPr/>
          <p:nvPr/>
        </p:nvSpPr>
        <p:spPr>
          <a:xfrm>
            <a:off x="4430274" y="253919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35"/>
          <p:cNvSpPr/>
          <p:nvPr/>
        </p:nvSpPr>
        <p:spPr>
          <a:xfrm>
            <a:off x="4430274" y="244514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35"/>
          <p:cNvSpPr/>
          <p:nvPr/>
        </p:nvSpPr>
        <p:spPr>
          <a:xfrm>
            <a:off x="4518068" y="246475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35"/>
          <p:cNvSpPr/>
          <p:nvPr/>
        </p:nvSpPr>
        <p:spPr>
          <a:xfrm>
            <a:off x="4344681" y="238481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35"/>
          <p:cNvSpPr/>
          <p:nvPr/>
        </p:nvSpPr>
        <p:spPr>
          <a:xfrm>
            <a:off x="4405343" y="228056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35"/>
          <p:cNvSpPr/>
          <p:nvPr/>
        </p:nvSpPr>
        <p:spPr>
          <a:xfrm>
            <a:off x="4479871" y="235108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35"/>
          <p:cNvSpPr/>
          <p:nvPr/>
        </p:nvSpPr>
        <p:spPr>
          <a:xfrm>
            <a:off x="4567664" y="228119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35"/>
          <p:cNvSpPr/>
          <p:nvPr/>
        </p:nvSpPr>
        <p:spPr>
          <a:xfrm>
            <a:off x="4630793" y="235108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35"/>
          <p:cNvSpPr/>
          <p:nvPr/>
        </p:nvSpPr>
        <p:spPr>
          <a:xfrm rot="-2700000">
            <a:off x="4095847" y="166723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35"/>
          <p:cNvSpPr/>
          <p:nvPr/>
        </p:nvSpPr>
        <p:spPr>
          <a:xfrm rot="-2700000">
            <a:off x="4167684" y="166723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35"/>
          <p:cNvSpPr/>
          <p:nvPr/>
        </p:nvSpPr>
        <p:spPr>
          <a:xfrm rot="-2700000">
            <a:off x="4199077" y="1564009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35"/>
          <p:cNvSpPr/>
          <p:nvPr/>
        </p:nvSpPr>
        <p:spPr>
          <a:xfrm rot="-2700000">
            <a:off x="4396340" y="1713862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35"/>
          <p:cNvSpPr/>
          <p:nvPr/>
        </p:nvSpPr>
        <p:spPr>
          <a:xfrm rot="-2700000">
            <a:off x="4439800" y="1635332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35"/>
          <p:cNvSpPr/>
          <p:nvPr/>
        </p:nvSpPr>
        <p:spPr>
          <a:xfrm rot="-2700000">
            <a:off x="4358141" y="1520207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35"/>
          <p:cNvSpPr/>
          <p:nvPr/>
        </p:nvSpPr>
        <p:spPr>
          <a:xfrm rot="-2700000">
            <a:off x="4588700" y="1654511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35"/>
          <p:cNvSpPr/>
          <p:nvPr/>
        </p:nvSpPr>
        <p:spPr>
          <a:xfrm rot="-2700000">
            <a:off x="4573710" y="1769242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35"/>
          <p:cNvSpPr/>
          <p:nvPr/>
        </p:nvSpPr>
        <p:spPr>
          <a:xfrm rot="-2700000">
            <a:off x="4681671" y="1843735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35"/>
          <p:cNvSpPr/>
          <p:nvPr/>
        </p:nvSpPr>
        <p:spPr>
          <a:xfrm rot="-2700000">
            <a:off x="4711468" y="1943671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35"/>
          <p:cNvSpPr/>
          <p:nvPr/>
        </p:nvSpPr>
        <p:spPr>
          <a:xfrm rot="-2700000">
            <a:off x="4248185" y="166723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35"/>
          <p:cNvSpPr/>
          <p:nvPr/>
        </p:nvSpPr>
        <p:spPr>
          <a:xfrm rot="-2700000">
            <a:off x="4320021" y="166723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35"/>
          <p:cNvSpPr/>
          <p:nvPr/>
        </p:nvSpPr>
        <p:spPr>
          <a:xfrm rot="-2700000">
            <a:off x="4351415" y="1564009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35"/>
          <p:cNvSpPr/>
          <p:nvPr/>
        </p:nvSpPr>
        <p:spPr>
          <a:xfrm rot="-2700000">
            <a:off x="4548677" y="1713862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35"/>
          <p:cNvSpPr/>
          <p:nvPr/>
        </p:nvSpPr>
        <p:spPr>
          <a:xfrm rot="-2700000">
            <a:off x="4400522" y="166723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35"/>
          <p:cNvSpPr/>
          <p:nvPr/>
        </p:nvSpPr>
        <p:spPr>
          <a:xfrm rot="-2700000">
            <a:off x="4472359" y="166723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35"/>
          <p:cNvSpPr/>
          <p:nvPr/>
        </p:nvSpPr>
        <p:spPr>
          <a:xfrm>
            <a:off x="3730325" y="184019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35"/>
          <p:cNvSpPr/>
          <p:nvPr/>
        </p:nvSpPr>
        <p:spPr>
          <a:xfrm>
            <a:off x="3582950" y="188275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35"/>
          <p:cNvSpPr/>
          <p:nvPr/>
        </p:nvSpPr>
        <p:spPr>
          <a:xfrm>
            <a:off x="3690668" y="199047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35"/>
          <p:cNvSpPr/>
          <p:nvPr/>
        </p:nvSpPr>
        <p:spPr>
          <a:xfrm>
            <a:off x="4026375" y="295631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35"/>
          <p:cNvSpPr/>
          <p:nvPr/>
        </p:nvSpPr>
        <p:spPr>
          <a:xfrm>
            <a:off x="4401675" y="215248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35"/>
          <p:cNvSpPr/>
          <p:nvPr/>
        </p:nvSpPr>
        <p:spPr>
          <a:xfrm>
            <a:off x="4401675" y="205843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35"/>
          <p:cNvSpPr/>
          <p:nvPr/>
        </p:nvSpPr>
        <p:spPr>
          <a:xfrm>
            <a:off x="4489468" y="207804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35"/>
          <p:cNvSpPr/>
          <p:nvPr/>
        </p:nvSpPr>
        <p:spPr>
          <a:xfrm>
            <a:off x="4316081" y="19981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35"/>
          <p:cNvSpPr/>
          <p:nvPr/>
        </p:nvSpPr>
        <p:spPr>
          <a:xfrm>
            <a:off x="4376743" y="189385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35"/>
          <p:cNvSpPr/>
          <p:nvPr/>
        </p:nvSpPr>
        <p:spPr>
          <a:xfrm>
            <a:off x="4451271" y="196438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35"/>
          <p:cNvSpPr/>
          <p:nvPr/>
        </p:nvSpPr>
        <p:spPr>
          <a:xfrm>
            <a:off x="4539065" y="189448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35"/>
          <p:cNvSpPr/>
          <p:nvPr/>
        </p:nvSpPr>
        <p:spPr>
          <a:xfrm>
            <a:off x="4282477" y="214135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35"/>
          <p:cNvSpPr/>
          <p:nvPr/>
        </p:nvSpPr>
        <p:spPr>
          <a:xfrm>
            <a:off x="4306142" y="200221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35"/>
          <p:cNvSpPr/>
          <p:nvPr/>
        </p:nvSpPr>
        <p:spPr>
          <a:xfrm>
            <a:off x="4509394" y="216615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35"/>
          <p:cNvSpPr/>
          <p:nvPr/>
        </p:nvSpPr>
        <p:spPr>
          <a:xfrm>
            <a:off x="4423800" y="210582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35"/>
          <p:cNvSpPr/>
          <p:nvPr/>
        </p:nvSpPr>
        <p:spPr>
          <a:xfrm>
            <a:off x="4484462" y="200157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35"/>
          <p:cNvSpPr/>
          <p:nvPr/>
        </p:nvSpPr>
        <p:spPr>
          <a:xfrm>
            <a:off x="4558990" y="207210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35"/>
          <p:cNvSpPr/>
          <p:nvPr/>
        </p:nvSpPr>
        <p:spPr>
          <a:xfrm>
            <a:off x="4413860" y="210992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35"/>
          <p:cNvSpPr/>
          <p:nvPr/>
        </p:nvSpPr>
        <p:spPr>
          <a:xfrm>
            <a:off x="4813360" y="20511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35"/>
          <p:cNvSpPr/>
          <p:nvPr/>
        </p:nvSpPr>
        <p:spPr>
          <a:xfrm>
            <a:off x="4813360" y="195705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35"/>
          <p:cNvSpPr/>
          <p:nvPr/>
        </p:nvSpPr>
        <p:spPr>
          <a:xfrm>
            <a:off x="4901153" y="197666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35"/>
          <p:cNvSpPr/>
          <p:nvPr/>
        </p:nvSpPr>
        <p:spPr>
          <a:xfrm>
            <a:off x="4727766" y="189672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35"/>
          <p:cNvSpPr/>
          <p:nvPr/>
        </p:nvSpPr>
        <p:spPr>
          <a:xfrm>
            <a:off x="4788428" y="179247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6" name="Google Shape;1106;p35"/>
          <p:cNvSpPr/>
          <p:nvPr/>
        </p:nvSpPr>
        <p:spPr>
          <a:xfrm>
            <a:off x="4862956" y="186300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35"/>
          <p:cNvSpPr/>
          <p:nvPr/>
        </p:nvSpPr>
        <p:spPr>
          <a:xfrm>
            <a:off x="4950750" y="17931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35"/>
          <p:cNvSpPr/>
          <p:nvPr/>
        </p:nvSpPr>
        <p:spPr>
          <a:xfrm>
            <a:off x="4694162" y="203997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35"/>
          <p:cNvSpPr/>
          <p:nvPr/>
        </p:nvSpPr>
        <p:spPr>
          <a:xfrm>
            <a:off x="4717827" y="190082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p35"/>
          <p:cNvSpPr/>
          <p:nvPr/>
        </p:nvSpPr>
        <p:spPr>
          <a:xfrm>
            <a:off x="4921078" y="206477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1" name="Google Shape;1111;p35"/>
          <p:cNvSpPr/>
          <p:nvPr/>
        </p:nvSpPr>
        <p:spPr>
          <a:xfrm>
            <a:off x="4835485" y="200444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35"/>
          <p:cNvSpPr/>
          <p:nvPr/>
        </p:nvSpPr>
        <p:spPr>
          <a:xfrm>
            <a:off x="4896147" y="190019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p35"/>
          <p:cNvSpPr/>
          <p:nvPr/>
        </p:nvSpPr>
        <p:spPr>
          <a:xfrm>
            <a:off x="4970675" y="197071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35"/>
          <p:cNvSpPr/>
          <p:nvPr/>
        </p:nvSpPr>
        <p:spPr>
          <a:xfrm>
            <a:off x="4825545" y="200854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35"/>
          <p:cNvSpPr/>
          <p:nvPr/>
        </p:nvSpPr>
        <p:spPr>
          <a:xfrm>
            <a:off x="3349917" y="171387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35"/>
          <p:cNvSpPr/>
          <p:nvPr/>
        </p:nvSpPr>
        <p:spPr>
          <a:xfrm>
            <a:off x="3360431" y="190934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35"/>
          <p:cNvSpPr/>
          <p:nvPr/>
        </p:nvSpPr>
        <p:spPr>
          <a:xfrm>
            <a:off x="4060956" y="288008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18" name="Google Shape;111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9250" y="1138963"/>
            <a:ext cx="2063126" cy="2002874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p35"/>
          <p:cNvSpPr/>
          <p:nvPr/>
        </p:nvSpPr>
        <p:spPr>
          <a:xfrm>
            <a:off x="6815205" y="160076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35"/>
          <p:cNvSpPr/>
          <p:nvPr/>
        </p:nvSpPr>
        <p:spPr>
          <a:xfrm>
            <a:off x="6866002" y="165156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35"/>
          <p:cNvSpPr/>
          <p:nvPr/>
        </p:nvSpPr>
        <p:spPr>
          <a:xfrm>
            <a:off x="6961195" y="160076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35"/>
          <p:cNvSpPr/>
          <p:nvPr/>
        </p:nvSpPr>
        <p:spPr>
          <a:xfrm>
            <a:off x="6994717" y="184621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35"/>
          <p:cNvSpPr/>
          <p:nvPr/>
        </p:nvSpPr>
        <p:spPr>
          <a:xfrm>
            <a:off x="7080978" y="182141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35"/>
          <p:cNvSpPr/>
          <p:nvPr/>
        </p:nvSpPr>
        <p:spPr>
          <a:xfrm>
            <a:off x="7104642" y="168226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35"/>
          <p:cNvSpPr/>
          <p:nvPr/>
        </p:nvSpPr>
        <p:spPr>
          <a:xfrm>
            <a:off x="7172704" y="194026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35"/>
          <p:cNvSpPr/>
          <p:nvPr/>
        </p:nvSpPr>
        <p:spPr>
          <a:xfrm>
            <a:off x="7080978" y="201079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35"/>
          <p:cNvSpPr/>
          <p:nvPr/>
        </p:nvSpPr>
        <p:spPr>
          <a:xfrm>
            <a:off x="7104642" y="213980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35"/>
          <p:cNvSpPr/>
          <p:nvPr/>
        </p:nvSpPr>
        <p:spPr>
          <a:xfrm>
            <a:off x="6275202" y="174329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35"/>
          <p:cNvSpPr/>
          <p:nvPr/>
        </p:nvSpPr>
        <p:spPr>
          <a:xfrm>
            <a:off x="7055046" y="223154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35"/>
          <p:cNvSpPr/>
          <p:nvPr/>
        </p:nvSpPr>
        <p:spPr>
          <a:xfrm>
            <a:off x="5836848" y="178723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35"/>
          <p:cNvSpPr/>
          <p:nvPr/>
        </p:nvSpPr>
        <p:spPr>
          <a:xfrm>
            <a:off x="5872846" y="171670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35"/>
          <p:cNvSpPr/>
          <p:nvPr/>
        </p:nvSpPr>
        <p:spPr>
          <a:xfrm>
            <a:off x="5872846" y="162265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35"/>
          <p:cNvSpPr/>
          <p:nvPr/>
        </p:nvSpPr>
        <p:spPr>
          <a:xfrm>
            <a:off x="5960639" y="164226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35"/>
          <p:cNvSpPr/>
          <p:nvPr/>
        </p:nvSpPr>
        <p:spPr>
          <a:xfrm>
            <a:off x="5787252" y="156232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p35"/>
          <p:cNvSpPr/>
          <p:nvPr/>
        </p:nvSpPr>
        <p:spPr>
          <a:xfrm>
            <a:off x="5847914" y="145807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35"/>
          <p:cNvSpPr/>
          <p:nvPr/>
        </p:nvSpPr>
        <p:spPr>
          <a:xfrm>
            <a:off x="5922442" y="152860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p35"/>
          <p:cNvSpPr/>
          <p:nvPr/>
        </p:nvSpPr>
        <p:spPr>
          <a:xfrm>
            <a:off x="6010236" y="145870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35"/>
          <p:cNvSpPr/>
          <p:nvPr/>
        </p:nvSpPr>
        <p:spPr>
          <a:xfrm>
            <a:off x="6073364" y="152860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35"/>
          <p:cNvSpPr/>
          <p:nvPr/>
        </p:nvSpPr>
        <p:spPr>
          <a:xfrm>
            <a:off x="6922924" y="170848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35"/>
          <p:cNvSpPr/>
          <p:nvPr/>
        </p:nvSpPr>
        <p:spPr>
          <a:xfrm>
            <a:off x="6973720" y="175928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35"/>
          <p:cNvSpPr/>
          <p:nvPr/>
        </p:nvSpPr>
        <p:spPr>
          <a:xfrm>
            <a:off x="7068913" y="170848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35"/>
          <p:cNvSpPr/>
          <p:nvPr/>
        </p:nvSpPr>
        <p:spPr>
          <a:xfrm>
            <a:off x="7102436" y="195393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35"/>
          <p:cNvSpPr/>
          <p:nvPr/>
        </p:nvSpPr>
        <p:spPr>
          <a:xfrm>
            <a:off x="5753648" y="170557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35"/>
          <p:cNvSpPr/>
          <p:nvPr/>
        </p:nvSpPr>
        <p:spPr>
          <a:xfrm>
            <a:off x="5777313" y="156643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35"/>
          <p:cNvSpPr/>
          <p:nvPr/>
        </p:nvSpPr>
        <p:spPr>
          <a:xfrm>
            <a:off x="6241598" y="17871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p35"/>
          <p:cNvSpPr/>
          <p:nvPr/>
        </p:nvSpPr>
        <p:spPr>
          <a:xfrm>
            <a:off x="6265263" y="191615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35"/>
          <p:cNvSpPr/>
          <p:nvPr/>
        </p:nvSpPr>
        <p:spPr>
          <a:xfrm>
            <a:off x="6382921" y="185101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35"/>
          <p:cNvSpPr/>
          <p:nvPr/>
        </p:nvSpPr>
        <p:spPr>
          <a:xfrm>
            <a:off x="6215667" y="200788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35"/>
          <p:cNvSpPr/>
          <p:nvPr/>
        </p:nvSpPr>
        <p:spPr>
          <a:xfrm>
            <a:off x="6432518" y="17871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p35"/>
          <p:cNvSpPr/>
          <p:nvPr/>
        </p:nvSpPr>
        <p:spPr>
          <a:xfrm>
            <a:off x="5980565" y="182442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35"/>
          <p:cNvSpPr/>
          <p:nvPr/>
        </p:nvSpPr>
        <p:spPr>
          <a:xfrm>
            <a:off x="5980565" y="173037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p35"/>
          <p:cNvSpPr/>
          <p:nvPr/>
        </p:nvSpPr>
        <p:spPr>
          <a:xfrm>
            <a:off x="6068358" y="174998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35"/>
          <p:cNvSpPr/>
          <p:nvPr/>
        </p:nvSpPr>
        <p:spPr>
          <a:xfrm>
            <a:off x="5894971" y="167004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35"/>
          <p:cNvSpPr/>
          <p:nvPr/>
        </p:nvSpPr>
        <p:spPr>
          <a:xfrm>
            <a:off x="5955633" y="156579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35"/>
          <p:cNvSpPr/>
          <p:nvPr/>
        </p:nvSpPr>
        <p:spPr>
          <a:xfrm>
            <a:off x="6030161" y="163632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35"/>
          <p:cNvSpPr/>
          <p:nvPr/>
        </p:nvSpPr>
        <p:spPr>
          <a:xfrm>
            <a:off x="6117955" y="156642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7" name="Google Shape;1157;p35"/>
          <p:cNvSpPr/>
          <p:nvPr/>
        </p:nvSpPr>
        <p:spPr>
          <a:xfrm>
            <a:off x="6181083" y="163632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35"/>
          <p:cNvSpPr/>
          <p:nvPr/>
        </p:nvSpPr>
        <p:spPr>
          <a:xfrm>
            <a:off x="7030643" y="181620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35"/>
          <p:cNvSpPr/>
          <p:nvPr/>
        </p:nvSpPr>
        <p:spPr>
          <a:xfrm>
            <a:off x="7081439" y="186699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p35"/>
          <p:cNvSpPr/>
          <p:nvPr/>
        </p:nvSpPr>
        <p:spPr>
          <a:xfrm>
            <a:off x="5741584" y="159264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35"/>
          <p:cNvSpPr/>
          <p:nvPr/>
        </p:nvSpPr>
        <p:spPr>
          <a:xfrm>
            <a:off x="6263057" y="173027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35"/>
          <p:cNvSpPr/>
          <p:nvPr/>
        </p:nvSpPr>
        <p:spPr>
          <a:xfrm>
            <a:off x="5861367" y="181329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35"/>
          <p:cNvSpPr/>
          <p:nvPr/>
        </p:nvSpPr>
        <p:spPr>
          <a:xfrm>
            <a:off x="5885032" y="167414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35"/>
          <p:cNvSpPr/>
          <p:nvPr/>
        </p:nvSpPr>
        <p:spPr>
          <a:xfrm>
            <a:off x="6441044" y="182433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35"/>
          <p:cNvSpPr/>
          <p:nvPr/>
        </p:nvSpPr>
        <p:spPr>
          <a:xfrm>
            <a:off x="6349317" y="189485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35"/>
          <p:cNvSpPr/>
          <p:nvPr/>
        </p:nvSpPr>
        <p:spPr>
          <a:xfrm>
            <a:off x="6372982" y="202387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35"/>
          <p:cNvSpPr/>
          <p:nvPr/>
        </p:nvSpPr>
        <p:spPr>
          <a:xfrm>
            <a:off x="6490640" y="195873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35"/>
          <p:cNvSpPr/>
          <p:nvPr/>
        </p:nvSpPr>
        <p:spPr>
          <a:xfrm>
            <a:off x="6323386" y="21156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35"/>
          <p:cNvSpPr/>
          <p:nvPr/>
        </p:nvSpPr>
        <p:spPr>
          <a:xfrm>
            <a:off x="6540236" y="189485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35"/>
          <p:cNvSpPr/>
          <p:nvPr/>
        </p:nvSpPr>
        <p:spPr>
          <a:xfrm>
            <a:off x="6576234" y="182433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35"/>
          <p:cNvSpPr/>
          <p:nvPr/>
        </p:nvSpPr>
        <p:spPr>
          <a:xfrm>
            <a:off x="6576234" y="173027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2" name="Google Shape;1172;p35"/>
          <p:cNvSpPr/>
          <p:nvPr/>
        </p:nvSpPr>
        <p:spPr>
          <a:xfrm>
            <a:off x="6664027" y="174989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35"/>
          <p:cNvSpPr/>
          <p:nvPr/>
        </p:nvSpPr>
        <p:spPr>
          <a:xfrm>
            <a:off x="6002690" y="177776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35"/>
          <p:cNvSpPr/>
          <p:nvPr/>
        </p:nvSpPr>
        <p:spPr>
          <a:xfrm>
            <a:off x="6063352" y="167351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35"/>
          <p:cNvSpPr/>
          <p:nvPr/>
        </p:nvSpPr>
        <p:spPr>
          <a:xfrm>
            <a:off x="6137880" y="17440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35"/>
          <p:cNvSpPr/>
          <p:nvPr/>
        </p:nvSpPr>
        <p:spPr>
          <a:xfrm>
            <a:off x="6225673" y="167414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35"/>
          <p:cNvSpPr/>
          <p:nvPr/>
        </p:nvSpPr>
        <p:spPr>
          <a:xfrm>
            <a:off x="6288802" y="17440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35"/>
          <p:cNvSpPr/>
          <p:nvPr/>
        </p:nvSpPr>
        <p:spPr>
          <a:xfrm>
            <a:off x="6200010" y="214137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35"/>
          <p:cNvSpPr/>
          <p:nvPr/>
        </p:nvSpPr>
        <p:spPr>
          <a:xfrm>
            <a:off x="6250807" y="219216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35"/>
          <p:cNvSpPr/>
          <p:nvPr/>
        </p:nvSpPr>
        <p:spPr>
          <a:xfrm>
            <a:off x="6346000" y="214137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35"/>
          <p:cNvSpPr/>
          <p:nvPr/>
        </p:nvSpPr>
        <p:spPr>
          <a:xfrm>
            <a:off x="6379522" y="238681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35"/>
          <p:cNvSpPr/>
          <p:nvPr/>
        </p:nvSpPr>
        <p:spPr>
          <a:xfrm>
            <a:off x="6465783" y="236202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35"/>
          <p:cNvSpPr/>
          <p:nvPr/>
        </p:nvSpPr>
        <p:spPr>
          <a:xfrm>
            <a:off x="6489448" y="222287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35"/>
          <p:cNvSpPr/>
          <p:nvPr/>
        </p:nvSpPr>
        <p:spPr>
          <a:xfrm>
            <a:off x="6557509" y="248086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35"/>
          <p:cNvSpPr/>
          <p:nvPr/>
        </p:nvSpPr>
        <p:spPr>
          <a:xfrm>
            <a:off x="6465783" y="255139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p35"/>
          <p:cNvSpPr/>
          <p:nvPr/>
        </p:nvSpPr>
        <p:spPr>
          <a:xfrm>
            <a:off x="6489448" y="268041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p35"/>
          <p:cNvSpPr/>
          <p:nvPr/>
        </p:nvSpPr>
        <p:spPr>
          <a:xfrm>
            <a:off x="6607106" y="261527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35"/>
          <p:cNvSpPr/>
          <p:nvPr/>
        </p:nvSpPr>
        <p:spPr>
          <a:xfrm>
            <a:off x="6439851" y="277214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35"/>
          <p:cNvSpPr/>
          <p:nvPr/>
        </p:nvSpPr>
        <p:spPr>
          <a:xfrm>
            <a:off x="6656702" y="255139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35"/>
          <p:cNvSpPr/>
          <p:nvPr/>
        </p:nvSpPr>
        <p:spPr>
          <a:xfrm>
            <a:off x="6692699" y="248086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35"/>
          <p:cNvSpPr/>
          <p:nvPr/>
        </p:nvSpPr>
        <p:spPr>
          <a:xfrm>
            <a:off x="6692699" y="238681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2" name="Google Shape;1192;p35"/>
          <p:cNvSpPr/>
          <p:nvPr/>
        </p:nvSpPr>
        <p:spPr>
          <a:xfrm>
            <a:off x="6780493" y="240643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35"/>
          <p:cNvSpPr/>
          <p:nvPr/>
        </p:nvSpPr>
        <p:spPr>
          <a:xfrm>
            <a:off x="6607106" y="232648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35"/>
          <p:cNvSpPr/>
          <p:nvPr/>
        </p:nvSpPr>
        <p:spPr>
          <a:xfrm>
            <a:off x="6667768" y="222223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35"/>
          <p:cNvSpPr/>
          <p:nvPr/>
        </p:nvSpPr>
        <p:spPr>
          <a:xfrm>
            <a:off x="6742296" y="229276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35"/>
          <p:cNvSpPr/>
          <p:nvPr/>
        </p:nvSpPr>
        <p:spPr>
          <a:xfrm>
            <a:off x="6830089" y="222287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35"/>
          <p:cNvSpPr/>
          <p:nvPr/>
        </p:nvSpPr>
        <p:spPr>
          <a:xfrm>
            <a:off x="6893218" y="229276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35"/>
          <p:cNvSpPr/>
          <p:nvPr/>
        </p:nvSpPr>
        <p:spPr>
          <a:xfrm rot="-2700000">
            <a:off x="6358272" y="160891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35"/>
          <p:cNvSpPr/>
          <p:nvPr/>
        </p:nvSpPr>
        <p:spPr>
          <a:xfrm rot="-2700000">
            <a:off x="6430109" y="160891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35"/>
          <p:cNvSpPr/>
          <p:nvPr/>
        </p:nvSpPr>
        <p:spPr>
          <a:xfrm rot="-2700000">
            <a:off x="6461502" y="1505684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35"/>
          <p:cNvSpPr/>
          <p:nvPr/>
        </p:nvSpPr>
        <p:spPr>
          <a:xfrm rot="-2700000">
            <a:off x="6658765" y="1655537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p35"/>
          <p:cNvSpPr/>
          <p:nvPr/>
        </p:nvSpPr>
        <p:spPr>
          <a:xfrm rot="-2700000">
            <a:off x="6702225" y="1577007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35"/>
          <p:cNvSpPr/>
          <p:nvPr/>
        </p:nvSpPr>
        <p:spPr>
          <a:xfrm rot="-2700000">
            <a:off x="6620566" y="1461882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35"/>
          <p:cNvSpPr/>
          <p:nvPr/>
        </p:nvSpPr>
        <p:spPr>
          <a:xfrm rot="-2700000">
            <a:off x="6851125" y="1596186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35"/>
          <p:cNvSpPr/>
          <p:nvPr/>
        </p:nvSpPr>
        <p:spPr>
          <a:xfrm rot="-2700000">
            <a:off x="6836135" y="1710917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p35"/>
          <p:cNvSpPr/>
          <p:nvPr/>
        </p:nvSpPr>
        <p:spPr>
          <a:xfrm rot="-2700000">
            <a:off x="6944096" y="1785410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35"/>
          <p:cNvSpPr/>
          <p:nvPr/>
        </p:nvSpPr>
        <p:spPr>
          <a:xfrm rot="-2700000">
            <a:off x="6973893" y="1885346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35"/>
          <p:cNvSpPr/>
          <p:nvPr/>
        </p:nvSpPr>
        <p:spPr>
          <a:xfrm rot="-2700000">
            <a:off x="6510610" y="160891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9" name="Google Shape;1209;p35"/>
          <p:cNvSpPr/>
          <p:nvPr/>
        </p:nvSpPr>
        <p:spPr>
          <a:xfrm rot="-2700000">
            <a:off x="6582446" y="160891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35"/>
          <p:cNvSpPr/>
          <p:nvPr/>
        </p:nvSpPr>
        <p:spPr>
          <a:xfrm rot="-2700000">
            <a:off x="6613840" y="1505684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35"/>
          <p:cNvSpPr/>
          <p:nvPr/>
        </p:nvSpPr>
        <p:spPr>
          <a:xfrm rot="-2700000">
            <a:off x="6811102" y="1655537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35"/>
          <p:cNvSpPr/>
          <p:nvPr/>
        </p:nvSpPr>
        <p:spPr>
          <a:xfrm rot="-2700000">
            <a:off x="6662947" y="160891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35"/>
          <p:cNvSpPr/>
          <p:nvPr/>
        </p:nvSpPr>
        <p:spPr>
          <a:xfrm rot="-2700000">
            <a:off x="6734784" y="160891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35"/>
          <p:cNvSpPr/>
          <p:nvPr/>
        </p:nvSpPr>
        <p:spPr>
          <a:xfrm>
            <a:off x="5992750" y="178186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35"/>
          <p:cNvSpPr/>
          <p:nvPr/>
        </p:nvSpPr>
        <p:spPr>
          <a:xfrm>
            <a:off x="5845375" y="182442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35"/>
          <p:cNvSpPr/>
          <p:nvPr/>
        </p:nvSpPr>
        <p:spPr>
          <a:xfrm>
            <a:off x="5953093" y="193214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35"/>
          <p:cNvSpPr/>
          <p:nvPr/>
        </p:nvSpPr>
        <p:spPr>
          <a:xfrm>
            <a:off x="6288800" y="289798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35"/>
          <p:cNvSpPr/>
          <p:nvPr/>
        </p:nvSpPr>
        <p:spPr>
          <a:xfrm>
            <a:off x="6664100" y="209416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35"/>
          <p:cNvSpPr/>
          <p:nvPr/>
        </p:nvSpPr>
        <p:spPr>
          <a:xfrm>
            <a:off x="6664100" y="200011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35"/>
          <p:cNvSpPr/>
          <p:nvPr/>
        </p:nvSpPr>
        <p:spPr>
          <a:xfrm>
            <a:off x="6751893" y="201972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35"/>
          <p:cNvSpPr/>
          <p:nvPr/>
        </p:nvSpPr>
        <p:spPr>
          <a:xfrm>
            <a:off x="6578506" y="193978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2" name="Google Shape;1222;p35"/>
          <p:cNvSpPr/>
          <p:nvPr/>
        </p:nvSpPr>
        <p:spPr>
          <a:xfrm>
            <a:off x="6639168" y="183553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35"/>
          <p:cNvSpPr/>
          <p:nvPr/>
        </p:nvSpPr>
        <p:spPr>
          <a:xfrm>
            <a:off x="6713696" y="190605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4" name="Google Shape;1224;p35"/>
          <p:cNvSpPr/>
          <p:nvPr/>
        </p:nvSpPr>
        <p:spPr>
          <a:xfrm>
            <a:off x="6801490" y="183616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35"/>
          <p:cNvSpPr/>
          <p:nvPr/>
        </p:nvSpPr>
        <p:spPr>
          <a:xfrm>
            <a:off x="6544902" y="208303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35"/>
          <p:cNvSpPr/>
          <p:nvPr/>
        </p:nvSpPr>
        <p:spPr>
          <a:xfrm>
            <a:off x="6568567" y="194388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35"/>
          <p:cNvSpPr/>
          <p:nvPr/>
        </p:nvSpPr>
        <p:spPr>
          <a:xfrm>
            <a:off x="6771819" y="210783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35"/>
          <p:cNvSpPr/>
          <p:nvPr/>
        </p:nvSpPr>
        <p:spPr>
          <a:xfrm>
            <a:off x="6686225" y="204749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35"/>
          <p:cNvSpPr/>
          <p:nvPr/>
        </p:nvSpPr>
        <p:spPr>
          <a:xfrm>
            <a:off x="6746887" y="194324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35"/>
          <p:cNvSpPr/>
          <p:nvPr/>
        </p:nvSpPr>
        <p:spPr>
          <a:xfrm>
            <a:off x="6821415" y="201377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35"/>
          <p:cNvSpPr/>
          <p:nvPr/>
        </p:nvSpPr>
        <p:spPr>
          <a:xfrm>
            <a:off x="6676285" y="205160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35"/>
          <p:cNvSpPr/>
          <p:nvPr/>
        </p:nvSpPr>
        <p:spPr>
          <a:xfrm>
            <a:off x="7075785" y="199278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35"/>
          <p:cNvSpPr/>
          <p:nvPr/>
        </p:nvSpPr>
        <p:spPr>
          <a:xfrm>
            <a:off x="7075785" y="189873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35"/>
          <p:cNvSpPr/>
          <p:nvPr/>
        </p:nvSpPr>
        <p:spPr>
          <a:xfrm>
            <a:off x="7163578" y="191834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35"/>
          <p:cNvSpPr/>
          <p:nvPr/>
        </p:nvSpPr>
        <p:spPr>
          <a:xfrm>
            <a:off x="6990191" y="183839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35"/>
          <p:cNvSpPr/>
          <p:nvPr/>
        </p:nvSpPr>
        <p:spPr>
          <a:xfrm>
            <a:off x="7050853" y="173414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35"/>
          <p:cNvSpPr/>
          <p:nvPr/>
        </p:nvSpPr>
        <p:spPr>
          <a:xfrm>
            <a:off x="7125381" y="180467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35"/>
          <p:cNvSpPr/>
          <p:nvPr/>
        </p:nvSpPr>
        <p:spPr>
          <a:xfrm>
            <a:off x="7213175" y="173478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35"/>
          <p:cNvSpPr/>
          <p:nvPr/>
        </p:nvSpPr>
        <p:spPr>
          <a:xfrm>
            <a:off x="6956587" y="198165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35"/>
          <p:cNvSpPr/>
          <p:nvPr/>
        </p:nvSpPr>
        <p:spPr>
          <a:xfrm>
            <a:off x="6980252" y="184250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35"/>
          <p:cNvSpPr/>
          <p:nvPr/>
        </p:nvSpPr>
        <p:spPr>
          <a:xfrm>
            <a:off x="7183503" y="200644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35"/>
          <p:cNvSpPr/>
          <p:nvPr/>
        </p:nvSpPr>
        <p:spPr>
          <a:xfrm>
            <a:off x="7097910" y="194611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35"/>
          <p:cNvSpPr/>
          <p:nvPr/>
        </p:nvSpPr>
        <p:spPr>
          <a:xfrm>
            <a:off x="7158572" y="184186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35"/>
          <p:cNvSpPr/>
          <p:nvPr/>
        </p:nvSpPr>
        <p:spPr>
          <a:xfrm>
            <a:off x="7233100" y="191239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35"/>
          <p:cNvSpPr/>
          <p:nvPr/>
        </p:nvSpPr>
        <p:spPr>
          <a:xfrm>
            <a:off x="7087970" y="195022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35"/>
          <p:cNvSpPr/>
          <p:nvPr/>
        </p:nvSpPr>
        <p:spPr>
          <a:xfrm>
            <a:off x="5612342" y="165555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35"/>
          <p:cNvSpPr/>
          <p:nvPr/>
        </p:nvSpPr>
        <p:spPr>
          <a:xfrm>
            <a:off x="5622856" y="185102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35"/>
          <p:cNvSpPr/>
          <p:nvPr/>
        </p:nvSpPr>
        <p:spPr>
          <a:xfrm>
            <a:off x="6323381" y="282175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49" name="Google Shape;124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1675" y="1129138"/>
            <a:ext cx="2063126" cy="2002874"/>
          </a:xfrm>
          <a:prstGeom prst="rect">
            <a:avLst/>
          </a:prstGeom>
          <a:noFill/>
          <a:ln>
            <a:noFill/>
          </a:ln>
        </p:spPr>
      </p:pic>
      <p:sp>
        <p:nvSpPr>
          <p:cNvPr id="1250" name="Google Shape;1250;p35"/>
          <p:cNvSpPr/>
          <p:nvPr/>
        </p:nvSpPr>
        <p:spPr>
          <a:xfrm>
            <a:off x="9077630" y="159094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p35"/>
          <p:cNvSpPr/>
          <p:nvPr/>
        </p:nvSpPr>
        <p:spPr>
          <a:xfrm>
            <a:off x="9128427" y="164173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2" name="Google Shape;1252;p35"/>
          <p:cNvSpPr/>
          <p:nvPr/>
        </p:nvSpPr>
        <p:spPr>
          <a:xfrm>
            <a:off x="9223620" y="159094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3" name="Google Shape;1253;p35"/>
          <p:cNvSpPr/>
          <p:nvPr/>
        </p:nvSpPr>
        <p:spPr>
          <a:xfrm>
            <a:off x="9257142" y="183638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p35"/>
          <p:cNvSpPr/>
          <p:nvPr/>
        </p:nvSpPr>
        <p:spPr>
          <a:xfrm>
            <a:off x="9343403" y="181159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5" name="Google Shape;1255;p35"/>
          <p:cNvSpPr/>
          <p:nvPr/>
        </p:nvSpPr>
        <p:spPr>
          <a:xfrm>
            <a:off x="9367067" y="167244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6" name="Google Shape;1256;p35"/>
          <p:cNvSpPr/>
          <p:nvPr/>
        </p:nvSpPr>
        <p:spPr>
          <a:xfrm>
            <a:off x="9435129" y="19304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7" name="Google Shape;1257;p35"/>
          <p:cNvSpPr/>
          <p:nvPr/>
        </p:nvSpPr>
        <p:spPr>
          <a:xfrm>
            <a:off x="9343403" y="200096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35"/>
          <p:cNvSpPr/>
          <p:nvPr/>
        </p:nvSpPr>
        <p:spPr>
          <a:xfrm>
            <a:off x="9367067" y="212998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9" name="Google Shape;1259;p35"/>
          <p:cNvSpPr/>
          <p:nvPr/>
        </p:nvSpPr>
        <p:spPr>
          <a:xfrm>
            <a:off x="8537627" y="173347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p35"/>
          <p:cNvSpPr/>
          <p:nvPr/>
        </p:nvSpPr>
        <p:spPr>
          <a:xfrm>
            <a:off x="9317471" y="222171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35"/>
          <p:cNvSpPr/>
          <p:nvPr/>
        </p:nvSpPr>
        <p:spPr>
          <a:xfrm>
            <a:off x="8099273" y="177741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p35"/>
          <p:cNvSpPr/>
          <p:nvPr/>
        </p:nvSpPr>
        <p:spPr>
          <a:xfrm>
            <a:off x="8135271" y="170688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p35"/>
          <p:cNvSpPr/>
          <p:nvPr/>
        </p:nvSpPr>
        <p:spPr>
          <a:xfrm>
            <a:off x="8135271" y="161283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35"/>
          <p:cNvSpPr/>
          <p:nvPr/>
        </p:nvSpPr>
        <p:spPr>
          <a:xfrm>
            <a:off x="8223064" y="163244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35"/>
          <p:cNvSpPr/>
          <p:nvPr/>
        </p:nvSpPr>
        <p:spPr>
          <a:xfrm>
            <a:off x="8049677" y="155250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35"/>
          <p:cNvSpPr/>
          <p:nvPr/>
        </p:nvSpPr>
        <p:spPr>
          <a:xfrm>
            <a:off x="8110339" y="144825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35"/>
          <p:cNvSpPr/>
          <p:nvPr/>
        </p:nvSpPr>
        <p:spPr>
          <a:xfrm>
            <a:off x="8184867" y="151877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35"/>
          <p:cNvSpPr/>
          <p:nvPr/>
        </p:nvSpPr>
        <p:spPr>
          <a:xfrm>
            <a:off x="8272661" y="144888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35"/>
          <p:cNvSpPr/>
          <p:nvPr/>
        </p:nvSpPr>
        <p:spPr>
          <a:xfrm>
            <a:off x="8335789" y="151877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35"/>
          <p:cNvSpPr/>
          <p:nvPr/>
        </p:nvSpPr>
        <p:spPr>
          <a:xfrm>
            <a:off x="9185349" y="169866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35"/>
          <p:cNvSpPr/>
          <p:nvPr/>
        </p:nvSpPr>
        <p:spPr>
          <a:xfrm>
            <a:off x="9236145" y="174945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35"/>
          <p:cNvSpPr/>
          <p:nvPr/>
        </p:nvSpPr>
        <p:spPr>
          <a:xfrm>
            <a:off x="9331338" y="169866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35"/>
          <p:cNvSpPr/>
          <p:nvPr/>
        </p:nvSpPr>
        <p:spPr>
          <a:xfrm>
            <a:off x="9364861" y="194410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p35"/>
          <p:cNvSpPr/>
          <p:nvPr/>
        </p:nvSpPr>
        <p:spPr>
          <a:xfrm>
            <a:off x="8016073" y="169575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35"/>
          <p:cNvSpPr/>
          <p:nvPr/>
        </p:nvSpPr>
        <p:spPr>
          <a:xfrm>
            <a:off x="8039738" y="15566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35"/>
          <p:cNvSpPr/>
          <p:nvPr/>
        </p:nvSpPr>
        <p:spPr>
          <a:xfrm>
            <a:off x="8504023" y="177731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35"/>
          <p:cNvSpPr/>
          <p:nvPr/>
        </p:nvSpPr>
        <p:spPr>
          <a:xfrm>
            <a:off x="8527688" y="190632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p35"/>
          <p:cNvSpPr/>
          <p:nvPr/>
        </p:nvSpPr>
        <p:spPr>
          <a:xfrm>
            <a:off x="8645346" y="184119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35"/>
          <p:cNvSpPr/>
          <p:nvPr/>
        </p:nvSpPr>
        <p:spPr>
          <a:xfrm>
            <a:off x="8478092" y="199806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p35"/>
          <p:cNvSpPr/>
          <p:nvPr/>
        </p:nvSpPr>
        <p:spPr>
          <a:xfrm>
            <a:off x="8694943" y="177731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35"/>
          <p:cNvSpPr/>
          <p:nvPr/>
        </p:nvSpPr>
        <p:spPr>
          <a:xfrm>
            <a:off x="8242990" y="181460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35"/>
          <p:cNvSpPr/>
          <p:nvPr/>
        </p:nvSpPr>
        <p:spPr>
          <a:xfrm>
            <a:off x="8242990" y="172055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35"/>
          <p:cNvSpPr/>
          <p:nvPr/>
        </p:nvSpPr>
        <p:spPr>
          <a:xfrm>
            <a:off x="8330783" y="174016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35"/>
          <p:cNvSpPr/>
          <p:nvPr/>
        </p:nvSpPr>
        <p:spPr>
          <a:xfrm>
            <a:off x="8157396" y="166021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35"/>
          <p:cNvSpPr/>
          <p:nvPr/>
        </p:nvSpPr>
        <p:spPr>
          <a:xfrm>
            <a:off x="8218058" y="155596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35"/>
          <p:cNvSpPr/>
          <p:nvPr/>
        </p:nvSpPr>
        <p:spPr>
          <a:xfrm>
            <a:off x="8292586" y="162649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35"/>
          <p:cNvSpPr/>
          <p:nvPr/>
        </p:nvSpPr>
        <p:spPr>
          <a:xfrm>
            <a:off x="8380380" y="155660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35"/>
          <p:cNvSpPr/>
          <p:nvPr/>
        </p:nvSpPr>
        <p:spPr>
          <a:xfrm>
            <a:off x="8443508" y="162649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35"/>
          <p:cNvSpPr/>
          <p:nvPr/>
        </p:nvSpPr>
        <p:spPr>
          <a:xfrm>
            <a:off x="9293068" y="180637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p35"/>
          <p:cNvSpPr/>
          <p:nvPr/>
        </p:nvSpPr>
        <p:spPr>
          <a:xfrm>
            <a:off x="9343864" y="185717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35"/>
          <p:cNvSpPr/>
          <p:nvPr/>
        </p:nvSpPr>
        <p:spPr>
          <a:xfrm>
            <a:off x="8004009" y="158282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35"/>
          <p:cNvSpPr/>
          <p:nvPr/>
        </p:nvSpPr>
        <p:spPr>
          <a:xfrm>
            <a:off x="8525482" y="172045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3" name="Google Shape;1293;p35"/>
          <p:cNvSpPr/>
          <p:nvPr/>
        </p:nvSpPr>
        <p:spPr>
          <a:xfrm>
            <a:off x="8123792" y="180347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35"/>
          <p:cNvSpPr/>
          <p:nvPr/>
        </p:nvSpPr>
        <p:spPr>
          <a:xfrm>
            <a:off x="8147457" y="166432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p35"/>
          <p:cNvSpPr/>
          <p:nvPr/>
        </p:nvSpPr>
        <p:spPr>
          <a:xfrm>
            <a:off x="8703469" y="181450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35"/>
          <p:cNvSpPr/>
          <p:nvPr/>
        </p:nvSpPr>
        <p:spPr>
          <a:xfrm>
            <a:off x="8611742" y="188503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7" name="Google Shape;1297;p35"/>
          <p:cNvSpPr/>
          <p:nvPr/>
        </p:nvSpPr>
        <p:spPr>
          <a:xfrm>
            <a:off x="8635407" y="201404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35"/>
          <p:cNvSpPr/>
          <p:nvPr/>
        </p:nvSpPr>
        <p:spPr>
          <a:xfrm>
            <a:off x="8753065" y="194891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p35"/>
          <p:cNvSpPr/>
          <p:nvPr/>
        </p:nvSpPr>
        <p:spPr>
          <a:xfrm>
            <a:off x="8585811" y="210578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35"/>
          <p:cNvSpPr/>
          <p:nvPr/>
        </p:nvSpPr>
        <p:spPr>
          <a:xfrm>
            <a:off x="8802661" y="188503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35"/>
          <p:cNvSpPr/>
          <p:nvPr/>
        </p:nvSpPr>
        <p:spPr>
          <a:xfrm>
            <a:off x="8838659" y="181450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35"/>
          <p:cNvSpPr/>
          <p:nvPr/>
        </p:nvSpPr>
        <p:spPr>
          <a:xfrm>
            <a:off x="8838659" y="172045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35"/>
          <p:cNvSpPr/>
          <p:nvPr/>
        </p:nvSpPr>
        <p:spPr>
          <a:xfrm>
            <a:off x="8926452" y="174006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35"/>
          <p:cNvSpPr/>
          <p:nvPr/>
        </p:nvSpPr>
        <p:spPr>
          <a:xfrm>
            <a:off x="8265115" y="176793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35"/>
          <p:cNvSpPr/>
          <p:nvPr/>
        </p:nvSpPr>
        <p:spPr>
          <a:xfrm>
            <a:off x="8325777" y="166368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35"/>
          <p:cNvSpPr/>
          <p:nvPr/>
        </p:nvSpPr>
        <p:spPr>
          <a:xfrm>
            <a:off x="8400305" y="173421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35"/>
          <p:cNvSpPr/>
          <p:nvPr/>
        </p:nvSpPr>
        <p:spPr>
          <a:xfrm>
            <a:off x="8488098" y="166432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35"/>
          <p:cNvSpPr/>
          <p:nvPr/>
        </p:nvSpPr>
        <p:spPr>
          <a:xfrm>
            <a:off x="8551227" y="173421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35"/>
          <p:cNvSpPr/>
          <p:nvPr/>
        </p:nvSpPr>
        <p:spPr>
          <a:xfrm>
            <a:off x="8462435" y="213154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0" name="Google Shape;1310;p35"/>
          <p:cNvSpPr/>
          <p:nvPr/>
        </p:nvSpPr>
        <p:spPr>
          <a:xfrm>
            <a:off x="8513232" y="218234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35"/>
          <p:cNvSpPr/>
          <p:nvPr/>
        </p:nvSpPr>
        <p:spPr>
          <a:xfrm>
            <a:off x="8608425" y="213154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2" name="Google Shape;1312;p35"/>
          <p:cNvSpPr/>
          <p:nvPr/>
        </p:nvSpPr>
        <p:spPr>
          <a:xfrm>
            <a:off x="8641947" y="237699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35"/>
          <p:cNvSpPr/>
          <p:nvPr/>
        </p:nvSpPr>
        <p:spPr>
          <a:xfrm>
            <a:off x="8728208" y="235219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4" name="Google Shape;1314;p35"/>
          <p:cNvSpPr/>
          <p:nvPr/>
        </p:nvSpPr>
        <p:spPr>
          <a:xfrm>
            <a:off x="8751873" y="221304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35"/>
          <p:cNvSpPr/>
          <p:nvPr/>
        </p:nvSpPr>
        <p:spPr>
          <a:xfrm>
            <a:off x="8819934" y="247104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6" name="Google Shape;1316;p35"/>
          <p:cNvSpPr/>
          <p:nvPr/>
        </p:nvSpPr>
        <p:spPr>
          <a:xfrm>
            <a:off x="8728208" y="254157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35"/>
          <p:cNvSpPr/>
          <p:nvPr/>
        </p:nvSpPr>
        <p:spPr>
          <a:xfrm>
            <a:off x="8751873" y="267058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35"/>
          <p:cNvSpPr/>
          <p:nvPr/>
        </p:nvSpPr>
        <p:spPr>
          <a:xfrm>
            <a:off x="8869531" y="260545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9" name="Google Shape;1319;p35"/>
          <p:cNvSpPr/>
          <p:nvPr/>
        </p:nvSpPr>
        <p:spPr>
          <a:xfrm>
            <a:off x="8702276" y="276232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35"/>
          <p:cNvSpPr/>
          <p:nvPr/>
        </p:nvSpPr>
        <p:spPr>
          <a:xfrm>
            <a:off x="8919127" y="254157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1" name="Google Shape;1321;p35"/>
          <p:cNvSpPr/>
          <p:nvPr/>
        </p:nvSpPr>
        <p:spPr>
          <a:xfrm>
            <a:off x="8955124" y="247104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35"/>
          <p:cNvSpPr/>
          <p:nvPr/>
        </p:nvSpPr>
        <p:spPr>
          <a:xfrm>
            <a:off x="8955124" y="237699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35"/>
          <p:cNvSpPr/>
          <p:nvPr/>
        </p:nvSpPr>
        <p:spPr>
          <a:xfrm>
            <a:off x="9042918" y="239660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35"/>
          <p:cNvSpPr/>
          <p:nvPr/>
        </p:nvSpPr>
        <p:spPr>
          <a:xfrm>
            <a:off x="8869531" y="231666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35"/>
          <p:cNvSpPr/>
          <p:nvPr/>
        </p:nvSpPr>
        <p:spPr>
          <a:xfrm>
            <a:off x="8930193" y="221241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35"/>
          <p:cNvSpPr/>
          <p:nvPr/>
        </p:nvSpPr>
        <p:spPr>
          <a:xfrm>
            <a:off x="9004721" y="22829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35"/>
          <p:cNvSpPr/>
          <p:nvPr/>
        </p:nvSpPr>
        <p:spPr>
          <a:xfrm>
            <a:off x="9092514" y="221304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35"/>
          <p:cNvSpPr/>
          <p:nvPr/>
        </p:nvSpPr>
        <p:spPr>
          <a:xfrm>
            <a:off x="9155643" y="22829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35"/>
          <p:cNvSpPr/>
          <p:nvPr/>
        </p:nvSpPr>
        <p:spPr>
          <a:xfrm rot="-2700000">
            <a:off x="8620697" y="159908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35"/>
          <p:cNvSpPr/>
          <p:nvPr/>
        </p:nvSpPr>
        <p:spPr>
          <a:xfrm rot="-2700000">
            <a:off x="8692534" y="159908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1" name="Google Shape;1331;p35"/>
          <p:cNvSpPr/>
          <p:nvPr/>
        </p:nvSpPr>
        <p:spPr>
          <a:xfrm rot="-2700000">
            <a:off x="8723927" y="1495859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35"/>
          <p:cNvSpPr/>
          <p:nvPr/>
        </p:nvSpPr>
        <p:spPr>
          <a:xfrm rot="-2700000">
            <a:off x="8921190" y="1645712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35"/>
          <p:cNvSpPr/>
          <p:nvPr/>
        </p:nvSpPr>
        <p:spPr>
          <a:xfrm rot="-2700000">
            <a:off x="8964650" y="1567182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35"/>
          <p:cNvSpPr/>
          <p:nvPr/>
        </p:nvSpPr>
        <p:spPr>
          <a:xfrm rot="-2700000">
            <a:off x="8882991" y="1452057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35"/>
          <p:cNvSpPr/>
          <p:nvPr/>
        </p:nvSpPr>
        <p:spPr>
          <a:xfrm rot="-2700000">
            <a:off x="9113550" y="1586361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35"/>
          <p:cNvSpPr/>
          <p:nvPr/>
        </p:nvSpPr>
        <p:spPr>
          <a:xfrm rot="-2700000">
            <a:off x="9098560" y="1701092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35"/>
          <p:cNvSpPr/>
          <p:nvPr/>
        </p:nvSpPr>
        <p:spPr>
          <a:xfrm rot="-2700000">
            <a:off x="9206521" y="1775585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35"/>
          <p:cNvSpPr/>
          <p:nvPr/>
        </p:nvSpPr>
        <p:spPr>
          <a:xfrm rot="-2700000">
            <a:off x="9236318" y="1875521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35"/>
          <p:cNvSpPr/>
          <p:nvPr/>
        </p:nvSpPr>
        <p:spPr>
          <a:xfrm rot="-2700000">
            <a:off x="8773035" y="159908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35"/>
          <p:cNvSpPr/>
          <p:nvPr/>
        </p:nvSpPr>
        <p:spPr>
          <a:xfrm rot="-2700000">
            <a:off x="8844871" y="159908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35"/>
          <p:cNvSpPr/>
          <p:nvPr/>
        </p:nvSpPr>
        <p:spPr>
          <a:xfrm rot="-2700000">
            <a:off x="8876265" y="1495859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p35"/>
          <p:cNvSpPr/>
          <p:nvPr/>
        </p:nvSpPr>
        <p:spPr>
          <a:xfrm rot="-2700000">
            <a:off x="9073527" y="1645712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35"/>
          <p:cNvSpPr/>
          <p:nvPr/>
        </p:nvSpPr>
        <p:spPr>
          <a:xfrm rot="-2700000">
            <a:off x="8925372" y="159908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35"/>
          <p:cNvSpPr/>
          <p:nvPr/>
        </p:nvSpPr>
        <p:spPr>
          <a:xfrm rot="-2700000">
            <a:off x="8997209" y="159908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5" name="Google Shape;1345;p35"/>
          <p:cNvSpPr/>
          <p:nvPr/>
        </p:nvSpPr>
        <p:spPr>
          <a:xfrm>
            <a:off x="8255175" y="177204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35"/>
          <p:cNvSpPr/>
          <p:nvPr/>
        </p:nvSpPr>
        <p:spPr>
          <a:xfrm>
            <a:off x="8107800" y="181460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35"/>
          <p:cNvSpPr/>
          <p:nvPr/>
        </p:nvSpPr>
        <p:spPr>
          <a:xfrm>
            <a:off x="8215518" y="192232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8" name="Google Shape;1348;p35"/>
          <p:cNvSpPr/>
          <p:nvPr/>
        </p:nvSpPr>
        <p:spPr>
          <a:xfrm>
            <a:off x="8551225" y="288816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35"/>
          <p:cNvSpPr/>
          <p:nvPr/>
        </p:nvSpPr>
        <p:spPr>
          <a:xfrm>
            <a:off x="8926525" y="20843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35"/>
          <p:cNvSpPr/>
          <p:nvPr/>
        </p:nvSpPr>
        <p:spPr>
          <a:xfrm>
            <a:off x="8926525" y="199028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1" name="Google Shape;1351;p35"/>
          <p:cNvSpPr/>
          <p:nvPr/>
        </p:nvSpPr>
        <p:spPr>
          <a:xfrm>
            <a:off x="9014318" y="200989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35"/>
          <p:cNvSpPr/>
          <p:nvPr/>
        </p:nvSpPr>
        <p:spPr>
          <a:xfrm>
            <a:off x="8840931" y="192995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35"/>
          <p:cNvSpPr/>
          <p:nvPr/>
        </p:nvSpPr>
        <p:spPr>
          <a:xfrm>
            <a:off x="8901593" y="18257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35"/>
          <p:cNvSpPr/>
          <p:nvPr/>
        </p:nvSpPr>
        <p:spPr>
          <a:xfrm>
            <a:off x="8976121" y="189623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p35"/>
          <p:cNvSpPr/>
          <p:nvPr/>
        </p:nvSpPr>
        <p:spPr>
          <a:xfrm>
            <a:off x="9063915" y="18263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35"/>
          <p:cNvSpPr/>
          <p:nvPr/>
        </p:nvSpPr>
        <p:spPr>
          <a:xfrm>
            <a:off x="8807327" y="207320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35"/>
          <p:cNvSpPr/>
          <p:nvPr/>
        </p:nvSpPr>
        <p:spPr>
          <a:xfrm>
            <a:off x="8830992" y="193406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35"/>
          <p:cNvSpPr/>
          <p:nvPr/>
        </p:nvSpPr>
        <p:spPr>
          <a:xfrm>
            <a:off x="9034244" y="20980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p35"/>
          <p:cNvSpPr/>
          <p:nvPr/>
        </p:nvSpPr>
        <p:spPr>
          <a:xfrm>
            <a:off x="8948650" y="203767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35"/>
          <p:cNvSpPr/>
          <p:nvPr/>
        </p:nvSpPr>
        <p:spPr>
          <a:xfrm>
            <a:off x="9009312" y="193342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35"/>
          <p:cNvSpPr/>
          <p:nvPr/>
        </p:nvSpPr>
        <p:spPr>
          <a:xfrm>
            <a:off x="9083840" y="200395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p35"/>
          <p:cNvSpPr/>
          <p:nvPr/>
        </p:nvSpPr>
        <p:spPr>
          <a:xfrm>
            <a:off x="8938710" y="204177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p35"/>
          <p:cNvSpPr/>
          <p:nvPr/>
        </p:nvSpPr>
        <p:spPr>
          <a:xfrm>
            <a:off x="9338210" y="198295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35"/>
          <p:cNvSpPr/>
          <p:nvPr/>
        </p:nvSpPr>
        <p:spPr>
          <a:xfrm>
            <a:off x="9338210" y="188890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35"/>
          <p:cNvSpPr/>
          <p:nvPr/>
        </p:nvSpPr>
        <p:spPr>
          <a:xfrm>
            <a:off x="9426003" y="190851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p35"/>
          <p:cNvSpPr/>
          <p:nvPr/>
        </p:nvSpPr>
        <p:spPr>
          <a:xfrm>
            <a:off x="9252616" y="182857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7" name="Google Shape;1367;p35"/>
          <p:cNvSpPr/>
          <p:nvPr/>
        </p:nvSpPr>
        <p:spPr>
          <a:xfrm>
            <a:off x="9313278" y="172432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35"/>
          <p:cNvSpPr/>
          <p:nvPr/>
        </p:nvSpPr>
        <p:spPr>
          <a:xfrm>
            <a:off x="9387806" y="179485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35"/>
          <p:cNvSpPr/>
          <p:nvPr/>
        </p:nvSpPr>
        <p:spPr>
          <a:xfrm>
            <a:off x="9475600" y="172495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35"/>
          <p:cNvSpPr/>
          <p:nvPr/>
        </p:nvSpPr>
        <p:spPr>
          <a:xfrm>
            <a:off x="9219012" y="197182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35"/>
          <p:cNvSpPr/>
          <p:nvPr/>
        </p:nvSpPr>
        <p:spPr>
          <a:xfrm>
            <a:off x="9242677" y="183267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35"/>
          <p:cNvSpPr/>
          <p:nvPr/>
        </p:nvSpPr>
        <p:spPr>
          <a:xfrm>
            <a:off x="9445928" y="199662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35"/>
          <p:cNvSpPr/>
          <p:nvPr/>
        </p:nvSpPr>
        <p:spPr>
          <a:xfrm>
            <a:off x="9360335" y="193629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35"/>
          <p:cNvSpPr/>
          <p:nvPr/>
        </p:nvSpPr>
        <p:spPr>
          <a:xfrm>
            <a:off x="9420997" y="183204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35"/>
          <p:cNvSpPr/>
          <p:nvPr/>
        </p:nvSpPr>
        <p:spPr>
          <a:xfrm>
            <a:off x="9495525" y="190256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Google Shape;1376;p35"/>
          <p:cNvSpPr/>
          <p:nvPr/>
        </p:nvSpPr>
        <p:spPr>
          <a:xfrm>
            <a:off x="9350395" y="194039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7" name="Google Shape;1377;p35"/>
          <p:cNvSpPr/>
          <p:nvPr/>
        </p:nvSpPr>
        <p:spPr>
          <a:xfrm>
            <a:off x="7874767" y="164572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8" name="Google Shape;1378;p35"/>
          <p:cNvSpPr/>
          <p:nvPr/>
        </p:nvSpPr>
        <p:spPr>
          <a:xfrm>
            <a:off x="7885281" y="184119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35"/>
          <p:cNvSpPr/>
          <p:nvPr/>
        </p:nvSpPr>
        <p:spPr>
          <a:xfrm>
            <a:off x="8585806" y="281193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80" name="Google Shape;138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08475" y="1138913"/>
            <a:ext cx="2063126" cy="2002874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35"/>
          <p:cNvSpPr/>
          <p:nvPr/>
        </p:nvSpPr>
        <p:spPr>
          <a:xfrm>
            <a:off x="267480" y="160071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35"/>
          <p:cNvSpPr/>
          <p:nvPr/>
        </p:nvSpPr>
        <p:spPr>
          <a:xfrm>
            <a:off x="318277" y="165151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35"/>
          <p:cNvSpPr/>
          <p:nvPr/>
        </p:nvSpPr>
        <p:spPr>
          <a:xfrm>
            <a:off x="413470" y="160071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35"/>
          <p:cNvSpPr/>
          <p:nvPr/>
        </p:nvSpPr>
        <p:spPr>
          <a:xfrm>
            <a:off x="446992" y="184616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5" name="Google Shape;1385;p35"/>
          <p:cNvSpPr/>
          <p:nvPr/>
        </p:nvSpPr>
        <p:spPr>
          <a:xfrm>
            <a:off x="533253" y="182136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35"/>
          <p:cNvSpPr/>
          <p:nvPr/>
        </p:nvSpPr>
        <p:spPr>
          <a:xfrm>
            <a:off x="556917" y="168221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7" name="Google Shape;1387;p35"/>
          <p:cNvSpPr/>
          <p:nvPr/>
        </p:nvSpPr>
        <p:spPr>
          <a:xfrm>
            <a:off x="533253" y="201074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8" name="Google Shape;1388;p35"/>
          <p:cNvSpPr/>
          <p:nvPr/>
        </p:nvSpPr>
        <p:spPr>
          <a:xfrm>
            <a:off x="556917" y="213975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35"/>
          <p:cNvSpPr/>
          <p:nvPr/>
        </p:nvSpPr>
        <p:spPr>
          <a:xfrm>
            <a:off x="-272523" y="174324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0" name="Google Shape;1390;p35"/>
          <p:cNvSpPr/>
          <p:nvPr/>
        </p:nvSpPr>
        <p:spPr>
          <a:xfrm>
            <a:off x="507321" y="223149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p35"/>
          <p:cNvSpPr/>
          <p:nvPr/>
        </p:nvSpPr>
        <p:spPr>
          <a:xfrm>
            <a:off x="-710877" y="178718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p35"/>
          <p:cNvSpPr/>
          <p:nvPr/>
        </p:nvSpPr>
        <p:spPr>
          <a:xfrm>
            <a:off x="-674879" y="171665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p35"/>
          <p:cNvSpPr/>
          <p:nvPr/>
        </p:nvSpPr>
        <p:spPr>
          <a:xfrm>
            <a:off x="-674879" y="162260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4" name="Google Shape;1394;p35"/>
          <p:cNvSpPr/>
          <p:nvPr/>
        </p:nvSpPr>
        <p:spPr>
          <a:xfrm>
            <a:off x="-587086" y="164221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5" name="Google Shape;1395;p35"/>
          <p:cNvSpPr/>
          <p:nvPr/>
        </p:nvSpPr>
        <p:spPr>
          <a:xfrm>
            <a:off x="-760473" y="156227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35"/>
          <p:cNvSpPr/>
          <p:nvPr/>
        </p:nvSpPr>
        <p:spPr>
          <a:xfrm>
            <a:off x="-699811" y="145802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35"/>
          <p:cNvSpPr/>
          <p:nvPr/>
        </p:nvSpPr>
        <p:spPr>
          <a:xfrm>
            <a:off x="-625283" y="152855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8" name="Google Shape;1398;p35"/>
          <p:cNvSpPr/>
          <p:nvPr/>
        </p:nvSpPr>
        <p:spPr>
          <a:xfrm>
            <a:off x="-537489" y="145865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9" name="Google Shape;1399;p35"/>
          <p:cNvSpPr/>
          <p:nvPr/>
        </p:nvSpPr>
        <p:spPr>
          <a:xfrm>
            <a:off x="-474361" y="152855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35"/>
          <p:cNvSpPr/>
          <p:nvPr/>
        </p:nvSpPr>
        <p:spPr>
          <a:xfrm>
            <a:off x="375199" y="170843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35"/>
          <p:cNvSpPr/>
          <p:nvPr/>
        </p:nvSpPr>
        <p:spPr>
          <a:xfrm>
            <a:off x="425995" y="175923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2" name="Google Shape;1402;p35"/>
          <p:cNvSpPr/>
          <p:nvPr/>
        </p:nvSpPr>
        <p:spPr>
          <a:xfrm>
            <a:off x="521188" y="170843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35"/>
          <p:cNvSpPr/>
          <p:nvPr/>
        </p:nvSpPr>
        <p:spPr>
          <a:xfrm>
            <a:off x="554711" y="195388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35"/>
          <p:cNvSpPr/>
          <p:nvPr/>
        </p:nvSpPr>
        <p:spPr>
          <a:xfrm>
            <a:off x="-306127" y="178708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35"/>
          <p:cNvSpPr/>
          <p:nvPr/>
        </p:nvSpPr>
        <p:spPr>
          <a:xfrm>
            <a:off x="-282462" y="191610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35"/>
          <p:cNvSpPr/>
          <p:nvPr/>
        </p:nvSpPr>
        <p:spPr>
          <a:xfrm>
            <a:off x="-164804" y="185096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35"/>
          <p:cNvSpPr/>
          <p:nvPr/>
        </p:nvSpPr>
        <p:spPr>
          <a:xfrm>
            <a:off x="-332058" y="200783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35"/>
          <p:cNvSpPr/>
          <p:nvPr/>
        </p:nvSpPr>
        <p:spPr>
          <a:xfrm>
            <a:off x="-115207" y="178708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35"/>
          <p:cNvSpPr/>
          <p:nvPr/>
        </p:nvSpPr>
        <p:spPr>
          <a:xfrm>
            <a:off x="-567160" y="182437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Google Shape;1410;p35"/>
          <p:cNvSpPr/>
          <p:nvPr/>
        </p:nvSpPr>
        <p:spPr>
          <a:xfrm>
            <a:off x="-567160" y="173032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1" name="Google Shape;1411;p35"/>
          <p:cNvSpPr/>
          <p:nvPr/>
        </p:nvSpPr>
        <p:spPr>
          <a:xfrm>
            <a:off x="-479367" y="174993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35"/>
          <p:cNvSpPr/>
          <p:nvPr/>
        </p:nvSpPr>
        <p:spPr>
          <a:xfrm>
            <a:off x="-652754" y="166999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35"/>
          <p:cNvSpPr/>
          <p:nvPr/>
        </p:nvSpPr>
        <p:spPr>
          <a:xfrm>
            <a:off x="-592092" y="156574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4" name="Google Shape;1414;p35"/>
          <p:cNvSpPr/>
          <p:nvPr/>
        </p:nvSpPr>
        <p:spPr>
          <a:xfrm>
            <a:off x="-517564" y="163627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5" name="Google Shape;1415;p35"/>
          <p:cNvSpPr/>
          <p:nvPr/>
        </p:nvSpPr>
        <p:spPr>
          <a:xfrm>
            <a:off x="-429770" y="156637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35"/>
          <p:cNvSpPr/>
          <p:nvPr/>
        </p:nvSpPr>
        <p:spPr>
          <a:xfrm>
            <a:off x="-366642" y="163627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p35"/>
          <p:cNvSpPr/>
          <p:nvPr/>
        </p:nvSpPr>
        <p:spPr>
          <a:xfrm>
            <a:off x="482918" y="181615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8" name="Google Shape;1418;p35"/>
          <p:cNvSpPr/>
          <p:nvPr/>
        </p:nvSpPr>
        <p:spPr>
          <a:xfrm>
            <a:off x="533714" y="186694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9" name="Google Shape;1419;p35"/>
          <p:cNvSpPr/>
          <p:nvPr/>
        </p:nvSpPr>
        <p:spPr>
          <a:xfrm>
            <a:off x="-284668" y="173022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0" name="Google Shape;1420;p35"/>
          <p:cNvSpPr/>
          <p:nvPr/>
        </p:nvSpPr>
        <p:spPr>
          <a:xfrm>
            <a:off x="-686358" y="181324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1" name="Google Shape;1421;p35"/>
          <p:cNvSpPr/>
          <p:nvPr/>
        </p:nvSpPr>
        <p:spPr>
          <a:xfrm>
            <a:off x="-662693" y="167409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2" name="Google Shape;1422;p35"/>
          <p:cNvSpPr/>
          <p:nvPr/>
        </p:nvSpPr>
        <p:spPr>
          <a:xfrm>
            <a:off x="-106681" y="182428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3" name="Google Shape;1423;p35"/>
          <p:cNvSpPr/>
          <p:nvPr/>
        </p:nvSpPr>
        <p:spPr>
          <a:xfrm>
            <a:off x="-198408" y="189480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p35"/>
          <p:cNvSpPr/>
          <p:nvPr/>
        </p:nvSpPr>
        <p:spPr>
          <a:xfrm>
            <a:off x="-174743" y="202382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5" name="Google Shape;1425;p35"/>
          <p:cNvSpPr/>
          <p:nvPr/>
        </p:nvSpPr>
        <p:spPr>
          <a:xfrm>
            <a:off x="-57085" y="195868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6" name="Google Shape;1426;p35"/>
          <p:cNvSpPr/>
          <p:nvPr/>
        </p:nvSpPr>
        <p:spPr>
          <a:xfrm>
            <a:off x="-224339" y="211555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7" name="Google Shape;1427;p35"/>
          <p:cNvSpPr/>
          <p:nvPr/>
        </p:nvSpPr>
        <p:spPr>
          <a:xfrm>
            <a:off x="-7489" y="189480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p35"/>
          <p:cNvSpPr/>
          <p:nvPr/>
        </p:nvSpPr>
        <p:spPr>
          <a:xfrm>
            <a:off x="28509" y="182428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35"/>
          <p:cNvSpPr/>
          <p:nvPr/>
        </p:nvSpPr>
        <p:spPr>
          <a:xfrm>
            <a:off x="28509" y="173022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0" name="Google Shape;1430;p35"/>
          <p:cNvSpPr/>
          <p:nvPr/>
        </p:nvSpPr>
        <p:spPr>
          <a:xfrm>
            <a:off x="116302" y="174984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1" name="Google Shape;1431;p35"/>
          <p:cNvSpPr/>
          <p:nvPr/>
        </p:nvSpPr>
        <p:spPr>
          <a:xfrm>
            <a:off x="-545035" y="177771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2" name="Google Shape;1432;p35"/>
          <p:cNvSpPr/>
          <p:nvPr/>
        </p:nvSpPr>
        <p:spPr>
          <a:xfrm>
            <a:off x="-484373" y="167346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3" name="Google Shape;1433;p35"/>
          <p:cNvSpPr/>
          <p:nvPr/>
        </p:nvSpPr>
        <p:spPr>
          <a:xfrm>
            <a:off x="-409845" y="174398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4" name="Google Shape;1434;p35"/>
          <p:cNvSpPr/>
          <p:nvPr/>
        </p:nvSpPr>
        <p:spPr>
          <a:xfrm>
            <a:off x="-322052" y="167409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5" name="Google Shape;1435;p35"/>
          <p:cNvSpPr/>
          <p:nvPr/>
        </p:nvSpPr>
        <p:spPr>
          <a:xfrm>
            <a:off x="-258923" y="174398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p35"/>
          <p:cNvSpPr/>
          <p:nvPr/>
        </p:nvSpPr>
        <p:spPr>
          <a:xfrm>
            <a:off x="-347715" y="214132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35"/>
          <p:cNvSpPr/>
          <p:nvPr/>
        </p:nvSpPr>
        <p:spPr>
          <a:xfrm>
            <a:off x="-296918" y="219211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35"/>
          <p:cNvSpPr/>
          <p:nvPr/>
        </p:nvSpPr>
        <p:spPr>
          <a:xfrm>
            <a:off x="-201725" y="214132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35"/>
          <p:cNvSpPr/>
          <p:nvPr/>
        </p:nvSpPr>
        <p:spPr>
          <a:xfrm>
            <a:off x="-168203" y="238676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35"/>
          <p:cNvSpPr/>
          <p:nvPr/>
        </p:nvSpPr>
        <p:spPr>
          <a:xfrm>
            <a:off x="-81942" y="236197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35"/>
          <p:cNvSpPr/>
          <p:nvPr/>
        </p:nvSpPr>
        <p:spPr>
          <a:xfrm>
            <a:off x="-58277" y="222282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35"/>
          <p:cNvSpPr/>
          <p:nvPr/>
        </p:nvSpPr>
        <p:spPr>
          <a:xfrm>
            <a:off x="9784" y="248081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35"/>
          <p:cNvSpPr/>
          <p:nvPr/>
        </p:nvSpPr>
        <p:spPr>
          <a:xfrm>
            <a:off x="-81942" y="255134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p35"/>
          <p:cNvSpPr/>
          <p:nvPr/>
        </p:nvSpPr>
        <p:spPr>
          <a:xfrm>
            <a:off x="-58277" y="268036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5" name="Google Shape;1445;p35"/>
          <p:cNvSpPr/>
          <p:nvPr/>
        </p:nvSpPr>
        <p:spPr>
          <a:xfrm>
            <a:off x="59381" y="261522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6" name="Google Shape;1446;p35"/>
          <p:cNvSpPr/>
          <p:nvPr/>
        </p:nvSpPr>
        <p:spPr>
          <a:xfrm>
            <a:off x="-107874" y="277209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7" name="Google Shape;1447;p35"/>
          <p:cNvSpPr/>
          <p:nvPr/>
        </p:nvSpPr>
        <p:spPr>
          <a:xfrm>
            <a:off x="108977" y="255134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p35"/>
          <p:cNvSpPr/>
          <p:nvPr/>
        </p:nvSpPr>
        <p:spPr>
          <a:xfrm>
            <a:off x="144974" y="248081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9" name="Google Shape;1449;p35"/>
          <p:cNvSpPr/>
          <p:nvPr/>
        </p:nvSpPr>
        <p:spPr>
          <a:xfrm>
            <a:off x="144974" y="238676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0" name="Google Shape;1450;p35"/>
          <p:cNvSpPr/>
          <p:nvPr/>
        </p:nvSpPr>
        <p:spPr>
          <a:xfrm>
            <a:off x="232768" y="240638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1" name="Google Shape;1451;p35"/>
          <p:cNvSpPr/>
          <p:nvPr/>
        </p:nvSpPr>
        <p:spPr>
          <a:xfrm>
            <a:off x="59381" y="232643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35"/>
          <p:cNvSpPr/>
          <p:nvPr/>
        </p:nvSpPr>
        <p:spPr>
          <a:xfrm>
            <a:off x="120043" y="222218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35"/>
          <p:cNvSpPr/>
          <p:nvPr/>
        </p:nvSpPr>
        <p:spPr>
          <a:xfrm>
            <a:off x="194571" y="229271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4" name="Google Shape;1454;p35"/>
          <p:cNvSpPr/>
          <p:nvPr/>
        </p:nvSpPr>
        <p:spPr>
          <a:xfrm>
            <a:off x="282364" y="222282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5" name="Google Shape;1455;p35"/>
          <p:cNvSpPr/>
          <p:nvPr/>
        </p:nvSpPr>
        <p:spPr>
          <a:xfrm>
            <a:off x="345493" y="229271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p35"/>
          <p:cNvSpPr/>
          <p:nvPr/>
        </p:nvSpPr>
        <p:spPr>
          <a:xfrm rot="-2700000">
            <a:off x="-189453" y="160886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7" name="Google Shape;1457;p35"/>
          <p:cNvSpPr/>
          <p:nvPr/>
        </p:nvSpPr>
        <p:spPr>
          <a:xfrm rot="-2700000">
            <a:off x="-117616" y="160886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8" name="Google Shape;1458;p35"/>
          <p:cNvSpPr/>
          <p:nvPr/>
        </p:nvSpPr>
        <p:spPr>
          <a:xfrm rot="-2700000">
            <a:off x="-86223" y="1505634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9" name="Google Shape;1459;p35"/>
          <p:cNvSpPr/>
          <p:nvPr/>
        </p:nvSpPr>
        <p:spPr>
          <a:xfrm rot="-2700000">
            <a:off x="111040" y="1655487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0" name="Google Shape;1460;p35"/>
          <p:cNvSpPr/>
          <p:nvPr/>
        </p:nvSpPr>
        <p:spPr>
          <a:xfrm rot="-2700000">
            <a:off x="154500" y="1576957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1" name="Google Shape;1461;p35"/>
          <p:cNvSpPr/>
          <p:nvPr/>
        </p:nvSpPr>
        <p:spPr>
          <a:xfrm rot="-2700000">
            <a:off x="72841" y="1461832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2" name="Google Shape;1462;p35"/>
          <p:cNvSpPr/>
          <p:nvPr/>
        </p:nvSpPr>
        <p:spPr>
          <a:xfrm rot="-2700000">
            <a:off x="303400" y="1596136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3" name="Google Shape;1463;p35"/>
          <p:cNvSpPr/>
          <p:nvPr/>
        </p:nvSpPr>
        <p:spPr>
          <a:xfrm rot="-2700000">
            <a:off x="288410" y="1710867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4" name="Google Shape;1464;p35"/>
          <p:cNvSpPr/>
          <p:nvPr/>
        </p:nvSpPr>
        <p:spPr>
          <a:xfrm rot="-2700000">
            <a:off x="396371" y="1785360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5" name="Google Shape;1465;p35"/>
          <p:cNvSpPr/>
          <p:nvPr/>
        </p:nvSpPr>
        <p:spPr>
          <a:xfrm rot="-2700000">
            <a:off x="426168" y="1885296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6" name="Google Shape;1466;p35"/>
          <p:cNvSpPr/>
          <p:nvPr/>
        </p:nvSpPr>
        <p:spPr>
          <a:xfrm rot="-2700000">
            <a:off x="-37115" y="160886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7" name="Google Shape;1467;p35"/>
          <p:cNvSpPr/>
          <p:nvPr/>
        </p:nvSpPr>
        <p:spPr>
          <a:xfrm rot="-2700000">
            <a:off x="34721" y="160886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8" name="Google Shape;1468;p35"/>
          <p:cNvSpPr/>
          <p:nvPr/>
        </p:nvSpPr>
        <p:spPr>
          <a:xfrm rot="-2700000">
            <a:off x="66115" y="1505634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9" name="Google Shape;1469;p35"/>
          <p:cNvSpPr/>
          <p:nvPr/>
        </p:nvSpPr>
        <p:spPr>
          <a:xfrm rot="-2700000">
            <a:off x="263377" y="1655487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0" name="Google Shape;1470;p35"/>
          <p:cNvSpPr/>
          <p:nvPr/>
        </p:nvSpPr>
        <p:spPr>
          <a:xfrm rot="-2700000">
            <a:off x="115222" y="160886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35"/>
          <p:cNvSpPr/>
          <p:nvPr/>
        </p:nvSpPr>
        <p:spPr>
          <a:xfrm rot="-2700000">
            <a:off x="187059" y="160886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35"/>
          <p:cNvSpPr/>
          <p:nvPr/>
        </p:nvSpPr>
        <p:spPr>
          <a:xfrm>
            <a:off x="-554975" y="178181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35"/>
          <p:cNvSpPr/>
          <p:nvPr/>
        </p:nvSpPr>
        <p:spPr>
          <a:xfrm>
            <a:off x="-702350" y="182437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35"/>
          <p:cNvSpPr/>
          <p:nvPr/>
        </p:nvSpPr>
        <p:spPr>
          <a:xfrm>
            <a:off x="-594632" y="193209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35"/>
          <p:cNvSpPr/>
          <p:nvPr/>
        </p:nvSpPr>
        <p:spPr>
          <a:xfrm>
            <a:off x="-258925" y="289793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35"/>
          <p:cNvSpPr/>
          <p:nvPr/>
        </p:nvSpPr>
        <p:spPr>
          <a:xfrm>
            <a:off x="116375" y="209411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35"/>
          <p:cNvSpPr/>
          <p:nvPr/>
        </p:nvSpPr>
        <p:spPr>
          <a:xfrm>
            <a:off x="116375" y="200006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8" name="Google Shape;1478;p35"/>
          <p:cNvSpPr/>
          <p:nvPr/>
        </p:nvSpPr>
        <p:spPr>
          <a:xfrm>
            <a:off x="204168" y="201967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9" name="Google Shape;1479;p35"/>
          <p:cNvSpPr/>
          <p:nvPr/>
        </p:nvSpPr>
        <p:spPr>
          <a:xfrm>
            <a:off x="30781" y="193973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0" name="Google Shape;1480;p35"/>
          <p:cNvSpPr/>
          <p:nvPr/>
        </p:nvSpPr>
        <p:spPr>
          <a:xfrm>
            <a:off x="91443" y="183548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1" name="Google Shape;1481;p35"/>
          <p:cNvSpPr/>
          <p:nvPr/>
        </p:nvSpPr>
        <p:spPr>
          <a:xfrm>
            <a:off x="165971" y="190600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2" name="Google Shape;1482;p35"/>
          <p:cNvSpPr/>
          <p:nvPr/>
        </p:nvSpPr>
        <p:spPr>
          <a:xfrm>
            <a:off x="253765" y="183611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3" name="Google Shape;1483;p35"/>
          <p:cNvSpPr/>
          <p:nvPr/>
        </p:nvSpPr>
        <p:spPr>
          <a:xfrm>
            <a:off x="-2823" y="208298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4" name="Google Shape;1484;p35"/>
          <p:cNvSpPr/>
          <p:nvPr/>
        </p:nvSpPr>
        <p:spPr>
          <a:xfrm>
            <a:off x="20842" y="194383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5" name="Google Shape;1485;p35"/>
          <p:cNvSpPr/>
          <p:nvPr/>
        </p:nvSpPr>
        <p:spPr>
          <a:xfrm>
            <a:off x="224094" y="210778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6" name="Google Shape;1486;p35"/>
          <p:cNvSpPr/>
          <p:nvPr/>
        </p:nvSpPr>
        <p:spPr>
          <a:xfrm>
            <a:off x="138500" y="204744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7" name="Google Shape;1487;p35"/>
          <p:cNvSpPr/>
          <p:nvPr/>
        </p:nvSpPr>
        <p:spPr>
          <a:xfrm>
            <a:off x="199162" y="194319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8" name="Google Shape;1488;p35"/>
          <p:cNvSpPr/>
          <p:nvPr/>
        </p:nvSpPr>
        <p:spPr>
          <a:xfrm>
            <a:off x="273690" y="201372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9" name="Google Shape;1489;p35"/>
          <p:cNvSpPr/>
          <p:nvPr/>
        </p:nvSpPr>
        <p:spPr>
          <a:xfrm>
            <a:off x="128560" y="205155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0" name="Google Shape;1490;p35"/>
          <p:cNvSpPr/>
          <p:nvPr/>
        </p:nvSpPr>
        <p:spPr>
          <a:xfrm>
            <a:off x="528060" y="199273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1" name="Google Shape;1491;p35"/>
          <p:cNvSpPr/>
          <p:nvPr/>
        </p:nvSpPr>
        <p:spPr>
          <a:xfrm>
            <a:off x="528060" y="189868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2" name="Google Shape;1492;p35"/>
          <p:cNvSpPr/>
          <p:nvPr/>
        </p:nvSpPr>
        <p:spPr>
          <a:xfrm>
            <a:off x="442466" y="183834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3" name="Google Shape;1493;p35"/>
          <p:cNvSpPr/>
          <p:nvPr/>
        </p:nvSpPr>
        <p:spPr>
          <a:xfrm>
            <a:off x="503128" y="173409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4" name="Google Shape;1494;p35"/>
          <p:cNvSpPr/>
          <p:nvPr/>
        </p:nvSpPr>
        <p:spPr>
          <a:xfrm>
            <a:off x="577656" y="180462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5" name="Google Shape;1495;p35"/>
          <p:cNvSpPr/>
          <p:nvPr/>
        </p:nvSpPr>
        <p:spPr>
          <a:xfrm>
            <a:off x="408862" y="198160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6" name="Google Shape;1496;p35"/>
          <p:cNvSpPr/>
          <p:nvPr/>
        </p:nvSpPr>
        <p:spPr>
          <a:xfrm>
            <a:off x="432527" y="184245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7" name="Google Shape;1497;p35"/>
          <p:cNvSpPr/>
          <p:nvPr/>
        </p:nvSpPr>
        <p:spPr>
          <a:xfrm>
            <a:off x="550185" y="194606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8" name="Google Shape;1498;p35"/>
          <p:cNvSpPr/>
          <p:nvPr/>
        </p:nvSpPr>
        <p:spPr>
          <a:xfrm>
            <a:off x="540245" y="195017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9" name="Google Shape;1499;p35"/>
          <p:cNvSpPr/>
          <p:nvPr/>
        </p:nvSpPr>
        <p:spPr>
          <a:xfrm>
            <a:off x="-224344" y="28217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0" name="Google Shape;1500;p35"/>
          <p:cNvSpPr txBox="1"/>
          <p:nvPr/>
        </p:nvSpPr>
        <p:spPr>
          <a:xfrm>
            <a:off x="5525" y="3206713"/>
            <a:ext cx="91440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Caso fosse possível fazer VÁRIAS amostras DIFERENTES HOJE e tirar a média de cada uma, teríamos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como mensurar incerteza! Bastava </a:t>
            </a:r>
            <a:r>
              <a:rPr b="1" lang="pt-BR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observar uma distribuição das médias</a:t>
            </a: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br>
              <a:rPr lang="pt-BR"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(sei que a figura é a mesma, imagine que são amostras diferentes)</a:t>
            </a:r>
            <a:br>
              <a:rPr lang="pt-BR">
                <a:latin typeface="Roboto Light"/>
                <a:ea typeface="Roboto Light"/>
                <a:cs typeface="Roboto Light"/>
                <a:sym typeface="Roboto Light"/>
              </a:rPr>
            </a:br>
            <a:br>
              <a:rPr lang="pt-BR"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Não é possível fazer várias amostras hoje </a:t>
            </a:r>
            <a:r>
              <a:rPr b="1" lang="pt-BR">
                <a:solidFill>
                  <a:schemeClr val="dk1"/>
                </a:solidFill>
              </a:rPr>
              <a:t>😢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p36"/>
          <p:cNvSpPr txBox="1"/>
          <p:nvPr>
            <p:ph type="title"/>
          </p:nvPr>
        </p:nvSpPr>
        <p:spPr>
          <a:xfrm>
            <a:off x="311700" y="283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Vamos pensar no TCL</a:t>
            </a:r>
            <a:endParaRPr/>
          </a:p>
        </p:txBody>
      </p:sp>
      <p:sp>
        <p:nvSpPr>
          <p:cNvPr id="1506" name="Google Shape;1506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507" name="Google Shape;150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4175" y="1171575"/>
            <a:ext cx="2063126" cy="2002874"/>
          </a:xfrm>
          <a:prstGeom prst="rect">
            <a:avLst/>
          </a:prstGeom>
          <a:noFill/>
          <a:ln>
            <a:noFill/>
          </a:ln>
        </p:spPr>
      </p:pic>
      <p:sp>
        <p:nvSpPr>
          <p:cNvPr id="1508" name="Google Shape;1508;p36"/>
          <p:cNvSpPr/>
          <p:nvPr/>
        </p:nvSpPr>
        <p:spPr>
          <a:xfrm>
            <a:off x="2410130" y="163337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p36"/>
          <p:cNvSpPr/>
          <p:nvPr/>
        </p:nvSpPr>
        <p:spPr>
          <a:xfrm>
            <a:off x="2460927" y="168417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p36"/>
          <p:cNvSpPr/>
          <p:nvPr/>
        </p:nvSpPr>
        <p:spPr>
          <a:xfrm>
            <a:off x="2556120" y="163337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36"/>
          <p:cNvSpPr/>
          <p:nvPr/>
        </p:nvSpPr>
        <p:spPr>
          <a:xfrm>
            <a:off x="2589642" y="187882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Google Shape;1512;p36"/>
          <p:cNvSpPr/>
          <p:nvPr/>
        </p:nvSpPr>
        <p:spPr>
          <a:xfrm>
            <a:off x="2675903" y="185402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3" name="Google Shape;1513;p36"/>
          <p:cNvSpPr/>
          <p:nvPr/>
        </p:nvSpPr>
        <p:spPr>
          <a:xfrm>
            <a:off x="2699567" y="171488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4" name="Google Shape;1514;p36"/>
          <p:cNvSpPr/>
          <p:nvPr/>
        </p:nvSpPr>
        <p:spPr>
          <a:xfrm>
            <a:off x="2767629" y="197287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5" name="Google Shape;1515;p36"/>
          <p:cNvSpPr/>
          <p:nvPr/>
        </p:nvSpPr>
        <p:spPr>
          <a:xfrm>
            <a:off x="2675903" y="204340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6" name="Google Shape;1516;p36"/>
          <p:cNvSpPr/>
          <p:nvPr/>
        </p:nvSpPr>
        <p:spPr>
          <a:xfrm>
            <a:off x="2699567" y="217241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7" name="Google Shape;1517;p36"/>
          <p:cNvSpPr/>
          <p:nvPr/>
        </p:nvSpPr>
        <p:spPr>
          <a:xfrm>
            <a:off x="1870127" y="177591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8" name="Google Shape;1518;p36"/>
          <p:cNvSpPr/>
          <p:nvPr/>
        </p:nvSpPr>
        <p:spPr>
          <a:xfrm>
            <a:off x="2649971" y="226415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9" name="Google Shape;1519;p36"/>
          <p:cNvSpPr/>
          <p:nvPr/>
        </p:nvSpPr>
        <p:spPr>
          <a:xfrm>
            <a:off x="1431773" y="181984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0" name="Google Shape;1520;p36"/>
          <p:cNvSpPr/>
          <p:nvPr/>
        </p:nvSpPr>
        <p:spPr>
          <a:xfrm>
            <a:off x="1467771" y="174932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1" name="Google Shape;1521;p36"/>
          <p:cNvSpPr/>
          <p:nvPr/>
        </p:nvSpPr>
        <p:spPr>
          <a:xfrm>
            <a:off x="1467771" y="165527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2" name="Google Shape;1522;p36"/>
          <p:cNvSpPr/>
          <p:nvPr/>
        </p:nvSpPr>
        <p:spPr>
          <a:xfrm>
            <a:off x="1889239" y="20485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3" name="Google Shape;1523;p36"/>
          <p:cNvSpPr/>
          <p:nvPr/>
        </p:nvSpPr>
        <p:spPr>
          <a:xfrm>
            <a:off x="1382177" y="159493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4" name="Google Shape;1524;p36"/>
          <p:cNvSpPr/>
          <p:nvPr/>
        </p:nvSpPr>
        <p:spPr>
          <a:xfrm>
            <a:off x="1442839" y="149068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5" name="Google Shape;1525;p36"/>
          <p:cNvSpPr/>
          <p:nvPr/>
        </p:nvSpPr>
        <p:spPr>
          <a:xfrm>
            <a:off x="1517367" y="156121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6" name="Google Shape;1526;p36"/>
          <p:cNvSpPr/>
          <p:nvPr/>
        </p:nvSpPr>
        <p:spPr>
          <a:xfrm>
            <a:off x="1605161" y="149132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7" name="Google Shape;1527;p36"/>
          <p:cNvSpPr/>
          <p:nvPr/>
        </p:nvSpPr>
        <p:spPr>
          <a:xfrm>
            <a:off x="1668289" y="156121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8" name="Google Shape;1528;p36"/>
          <p:cNvSpPr/>
          <p:nvPr/>
        </p:nvSpPr>
        <p:spPr>
          <a:xfrm>
            <a:off x="2517849" y="174109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9" name="Google Shape;1529;p36"/>
          <p:cNvSpPr/>
          <p:nvPr/>
        </p:nvSpPr>
        <p:spPr>
          <a:xfrm>
            <a:off x="2568645" y="179189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0" name="Google Shape;1530;p36"/>
          <p:cNvSpPr/>
          <p:nvPr/>
        </p:nvSpPr>
        <p:spPr>
          <a:xfrm>
            <a:off x="2663838" y="174109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1" name="Google Shape;1531;p36"/>
          <p:cNvSpPr/>
          <p:nvPr/>
        </p:nvSpPr>
        <p:spPr>
          <a:xfrm>
            <a:off x="2697361" y="198654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p36"/>
          <p:cNvSpPr/>
          <p:nvPr/>
        </p:nvSpPr>
        <p:spPr>
          <a:xfrm>
            <a:off x="1348573" y="173819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36"/>
          <p:cNvSpPr/>
          <p:nvPr/>
        </p:nvSpPr>
        <p:spPr>
          <a:xfrm>
            <a:off x="1372238" y="159904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p36"/>
          <p:cNvSpPr/>
          <p:nvPr/>
        </p:nvSpPr>
        <p:spPr>
          <a:xfrm>
            <a:off x="1836523" y="181975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5" name="Google Shape;1535;p36"/>
          <p:cNvSpPr/>
          <p:nvPr/>
        </p:nvSpPr>
        <p:spPr>
          <a:xfrm>
            <a:off x="1860188" y="194876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p36"/>
          <p:cNvSpPr/>
          <p:nvPr/>
        </p:nvSpPr>
        <p:spPr>
          <a:xfrm>
            <a:off x="1977846" y="188363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36"/>
          <p:cNvSpPr/>
          <p:nvPr/>
        </p:nvSpPr>
        <p:spPr>
          <a:xfrm>
            <a:off x="1810592" y="204050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36"/>
          <p:cNvSpPr/>
          <p:nvPr/>
        </p:nvSpPr>
        <p:spPr>
          <a:xfrm>
            <a:off x="2027443" y="181975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Google Shape;1539;p36"/>
          <p:cNvSpPr/>
          <p:nvPr/>
        </p:nvSpPr>
        <p:spPr>
          <a:xfrm>
            <a:off x="1575490" y="18570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0" name="Google Shape;1540;p36"/>
          <p:cNvSpPr/>
          <p:nvPr/>
        </p:nvSpPr>
        <p:spPr>
          <a:xfrm>
            <a:off x="1575490" y="176298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1" name="Google Shape;1541;p36"/>
          <p:cNvSpPr/>
          <p:nvPr/>
        </p:nvSpPr>
        <p:spPr>
          <a:xfrm>
            <a:off x="1663283" y="178259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2" name="Google Shape;1542;p36"/>
          <p:cNvSpPr/>
          <p:nvPr/>
        </p:nvSpPr>
        <p:spPr>
          <a:xfrm>
            <a:off x="1489896" y="170265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3" name="Google Shape;1543;p36"/>
          <p:cNvSpPr/>
          <p:nvPr/>
        </p:nvSpPr>
        <p:spPr>
          <a:xfrm>
            <a:off x="1550558" y="15984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4" name="Google Shape;1544;p36"/>
          <p:cNvSpPr/>
          <p:nvPr/>
        </p:nvSpPr>
        <p:spPr>
          <a:xfrm>
            <a:off x="1625086" y="166893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5" name="Google Shape;1545;p36"/>
          <p:cNvSpPr/>
          <p:nvPr/>
        </p:nvSpPr>
        <p:spPr>
          <a:xfrm>
            <a:off x="1712880" y="15990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6" name="Google Shape;1546;p36"/>
          <p:cNvSpPr/>
          <p:nvPr/>
        </p:nvSpPr>
        <p:spPr>
          <a:xfrm>
            <a:off x="1776008" y="166893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7" name="Google Shape;1547;p36"/>
          <p:cNvSpPr/>
          <p:nvPr/>
        </p:nvSpPr>
        <p:spPr>
          <a:xfrm>
            <a:off x="2625568" y="184881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8" name="Google Shape;1548;p36"/>
          <p:cNvSpPr/>
          <p:nvPr/>
        </p:nvSpPr>
        <p:spPr>
          <a:xfrm>
            <a:off x="2676364" y="189961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9" name="Google Shape;1549;p36"/>
          <p:cNvSpPr/>
          <p:nvPr/>
        </p:nvSpPr>
        <p:spPr>
          <a:xfrm>
            <a:off x="1336509" y="162526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0" name="Google Shape;1550;p36"/>
          <p:cNvSpPr/>
          <p:nvPr/>
        </p:nvSpPr>
        <p:spPr>
          <a:xfrm>
            <a:off x="1857982" y="176289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1" name="Google Shape;1551;p36"/>
          <p:cNvSpPr/>
          <p:nvPr/>
        </p:nvSpPr>
        <p:spPr>
          <a:xfrm>
            <a:off x="1456292" y="184590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2" name="Google Shape;1552;p36"/>
          <p:cNvSpPr/>
          <p:nvPr/>
        </p:nvSpPr>
        <p:spPr>
          <a:xfrm>
            <a:off x="2065369" y="168424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p36"/>
          <p:cNvSpPr/>
          <p:nvPr/>
        </p:nvSpPr>
        <p:spPr>
          <a:xfrm>
            <a:off x="2035969" y="185694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36"/>
          <p:cNvSpPr/>
          <p:nvPr/>
        </p:nvSpPr>
        <p:spPr>
          <a:xfrm>
            <a:off x="1944242" y="192747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p36"/>
          <p:cNvSpPr/>
          <p:nvPr/>
        </p:nvSpPr>
        <p:spPr>
          <a:xfrm>
            <a:off x="1967907" y="205648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p36"/>
          <p:cNvSpPr/>
          <p:nvPr/>
        </p:nvSpPr>
        <p:spPr>
          <a:xfrm>
            <a:off x="2085565" y="199134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36"/>
          <p:cNvSpPr/>
          <p:nvPr/>
        </p:nvSpPr>
        <p:spPr>
          <a:xfrm>
            <a:off x="1918311" y="214821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36"/>
          <p:cNvSpPr/>
          <p:nvPr/>
        </p:nvSpPr>
        <p:spPr>
          <a:xfrm>
            <a:off x="2135161" y="192747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p36"/>
          <p:cNvSpPr/>
          <p:nvPr/>
        </p:nvSpPr>
        <p:spPr>
          <a:xfrm>
            <a:off x="2171159" y="185694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0" name="Google Shape;1560;p36"/>
          <p:cNvSpPr/>
          <p:nvPr/>
        </p:nvSpPr>
        <p:spPr>
          <a:xfrm>
            <a:off x="2171159" y="176289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1" name="Google Shape;1561;p36"/>
          <p:cNvSpPr/>
          <p:nvPr/>
        </p:nvSpPr>
        <p:spPr>
          <a:xfrm>
            <a:off x="2258952" y="178250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2" name="Google Shape;1562;p36"/>
          <p:cNvSpPr/>
          <p:nvPr/>
        </p:nvSpPr>
        <p:spPr>
          <a:xfrm>
            <a:off x="1597615" y="181037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3" name="Google Shape;1563;p36"/>
          <p:cNvSpPr/>
          <p:nvPr/>
        </p:nvSpPr>
        <p:spPr>
          <a:xfrm>
            <a:off x="1658277" y="170612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4" name="Google Shape;1564;p36"/>
          <p:cNvSpPr/>
          <p:nvPr/>
        </p:nvSpPr>
        <p:spPr>
          <a:xfrm>
            <a:off x="1732805" y="177665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5" name="Google Shape;1565;p36"/>
          <p:cNvSpPr/>
          <p:nvPr/>
        </p:nvSpPr>
        <p:spPr>
          <a:xfrm>
            <a:off x="1820598" y="170675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6" name="Google Shape;1566;p36"/>
          <p:cNvSpPr/>
          <p:nvPr/>
        </p:nvSpPr>
        <p:spPr>
          <a:xfrm>
            <a:off x="1883727" y="177665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7" name="Google Shape;1567;p36"/>
          <p:cNvSpPr/>
          <p:nvPr/>
        </p:nvSpPr>
        <p:spPr>
          <a:xfrm>
            <a:off x="1794935" y="217398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8" name="Google Shape;1568;p36"/>
          <p:cNvSpPr/>
          <p:nvPr/>
        </p:nvSpPr>
        <p:spPr>
          <a:xfrm>
            <a:off x="1845732" y="222478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9" name="Google Shape;1569;p36"/>
          <p:cNvSpPr/>
          <p:nvPr/>
        </p:nvSpPr>
        <p:spPr>
          <a:xfrm>
            <a:off x="1940925" y="217398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0" name="Google Shape;1570;p36"/>
          <p:cNvSpPr/>
          <p:nvPr/>
        </p:nvSpPr>
        <p:spPr>
          <a:xfrm>
            <a:off x="1974447" y="241943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1" name="Google Shape;1571;p36"/>
          <p:cNvSpPr/>
          <p:nvPr/>
        </p:nvSpPr>
        <p:spPr>
          <a:xfrm>
            <a:off x="2060708" y="239463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2" name="Google Shape;1572;p36"/>
          <p:cNvSpPr/>
          <p:nvPr/>
        </p:nvSpPr>
        <p:spPr>
          <a:xfrm>
            <a:off x="2084373" y="225548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3" name="Google Shape;1573;p36"/>
          <p:cNvSpPr/>
          <p:nvPr/>
        </p:nvSpPr>
        <p:spPr>
          <a:xfrm>
            <a:off x="2152434" y="251348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4" name="Google Shape;1574;p36"/>
          <p:cNvSpPr/>
          <p:nvPr/>
        </p:nvSpPr>
        <p:spPr>
          <a:xfrm>
            <a:off x="2060708" y="258401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5" name="Google Shape;1575;p36"/>
          <p:cNvSpPr/>
          <p:nvPr/>
        </p:nvSpPr>
        <p:spPr>
          <a:xfrm>
            <a:off x="2084373" y="271302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6" name="Google Shape;1576;p36"/>
          <p:cNvSpPr/>
          <p:nvPr/>
        </p:nvSpPr>
        <p:spPr>
          <a:xfrm>
            <a:off x="2202031" y="264788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7" name="Google Shape;1577;p36"/>
          <p:cNvSpPr/>
          <p:nvPr/>
        </p:nvSpPr>
        <p:spPr>
          <a:xfrm>
            <a:off x="2034776" y="280475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8" name="Google Shape;1578;p36"/>
          <p:cNvSpPr/>
          <p:nvPr/>
        </p:nvSpPr>
        <p:spPr>
          <a:xfrm>
            <a:off x="2251627" y="258401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9" name="Google Shape;1579;p36"/>
          <p:cNvSpPr/>
          <p:nvPr/>
        </p:nvSpPr>
        <p:spPr>
          <a:xfrm>
            <a:off x="2287624" y="251348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0" name="Google Shape;1580;p36"/>
          <p:cNvSpPr/>
          <p:nvPr/>
        </p:nvSpPr>
        <p:spPr>
          <a:xfrm>
            <a:off x="2287624" y="241943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1" name="Google Shape;1581;p36"/>
          <p:cNvSpPr/>
          <p:nvPr/>
        </p:nvSpPr>
        <p:spPr>
          <a:xfrm>
            <a:off x="2375418" y="243904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2" name="Google Shape;1582;p36"/>
          <p:cNvSpPr/>
          <p:nvPr/>
        </p:nvSpPr>
        <p:spPr>
          <a:xfrm>
            <a:off x="2202031" y="235909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3" name="Google Shape;1583;p36"/>
          <p:cNvSpPr/>
          <p:nvPr/>
        </p:nvSpPr>
        <p:spPr>
          <a:xfrm>
            <a:off x="2262693" y="225484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4" name="Google Shape;1584;p36"/>
          <p:cNvSpPr/>
          <p:nvPr/>
        </p:nvSpPr>
        <p:spPr>
          <a:xfrm>
            <a:off x="2337221" y="232537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5" name="Google Shape;1585;p36"/>
          <p:cNvSpPr/>
          <p:nvPr/>
        </p:nvSpPr>
        <p:spPr>
          <a:xfrm>
            <a:off x="2425014" y="225548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6" name="Google Shape;1586;p36"/>
          <p:cNvSpPr/>
          <p:nvPr/>
        </p:nvSpPr>
        <p:spPr>
          <a:xfrm>
            <a:off x="2488143" y="232537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7" name="Google Shape;1587;p36"/>
          <p:cNvSpPr/>
          <p:nvPr/>
        </p:nvSpPr>
        <p:spPr>
          <a:xfrm rot="-2700000">
            <a:off x="1953197" y="1641526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8" name="Google Shape;1588;p36"/>
          <p:cNvSpPr/>
          <p:nvPr/>
        </p:nvSpPr>
        <p:spPr>
          <a:xfrm rot="-2700000">
            <a:off x="2025034" y="1641526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9" name="Google Shape;1589;p36"/>
          <p:cNvSpPr/>
          <p:nvPr/>
        </p:nvSpPr>
        <p:spPr>
          <a:xfrm rot="-2700000">
            <a:off x="2056427" y="1538296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0" name="Google Shape;1590;p36"/>
          <p:cNvSpPr/>
          <p:nvPr/>
        </p:nvSpPr>
        <p:spPr>
          <a:xfrm rot="-2700000">
            <a:off x="2253690" y="1688149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1" name="Google Shape;1591;p36"/>
          <p:cNvSpPr/>
          <p:nvPr/>
        </p:nvSpPr>
        <p:spPr>
          <a:xfrm rot="-2700000">
            <a:off x="2297150" y="1609620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2" name="Google Shape;1592;p36"/>
          <p:cNvSpPr/>
          <p:nvPr/>
        </p:nvSpPr>
        <p:spPr>
          <a:xfrm rot="-2700000">
            <a:off x="2215491" y="1494494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3" name="Google Shape;1593;p36"/>
          <p:cNvSpPr/>
          <p:nvPr/>
        </p:nvSpPr>
        <p:spPr>
          <a:xfrm rot="-2700000">
            <a:off x="2446050" y="162879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4" name="Google Shape;1594;p36"/>
          <p:cNvSpPr/>
          <p:nvPr/>
        </p:nvSpPr>
        <p:spPr>
          <a:xfrm rot="-2700000">
            <a:off x="2431060" y="1743529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5" name="Google Shape;1595;p36"/>
          <p:cNvSpPr/>
          <p:nvPr/>
        </p:nvSpPr>
        <p:spPr>
          <a:xfrm rot="-2700000">
            <a:off x="2539021" y="181802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6" name="Google Shape;1596;p36"/>
          <p:cNvSpPr/>
          <p:nvPr/>
        </p:nvSpPr>
        <p:spPr>
          <a:xfrm rot="-2700000">
            <a:off x="2568818" y="191795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7" name="Google Shape;1597;p36"/>
          <p:cNvSpPr/>
          <p:nvPr/>
        </p:nvSpPr>
        <p:spPr>
          <a:xfrm rot="-2700000">
            <a:off x="2105535" y="1641526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36"/>
          <p:cNvSpPr/>
          <p:nvPr/>
        </p:nvSpPr>
        <p:spPr>
          <a:xfrm rot="-2700000">
            <a:off x="2177371" y="1641526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36"/>
          <p:cNvSpPr/>
          <p:nvPr/>
        </p:nvSpPr>
        <p:spPr>
          <a:xfrm rot="-2700000">
            <a:off x="2208765" y="1538296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p36"/>
          <p:cNvSpPr/>
          <p:nvPr/>
        </p:nvSpPr>
        <p:spPr>
          <a:xfrm rot="-2700000">
            <a:off x="2406027" y="1688149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36"/>
          <p:cNvSpPr/>
          <p:nvPr/>
        </p:nvSpPr>
        <p:spPr>
          <a:xfrm rot="-2700000">
            <a:off x="2257872" y="1641526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36"/>
          <p:cNvSpPr/>
          <p:nvPr/>
        </p:nvSpPr>
        <p:spPr>
          <a:xfrm rot="-2700000">
            <a:off x="2329709" y="1641526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Google Shape;1603;p36"/>
          <p:cNvSpPr/>
          <p:nvPr/>
        </p:nvSpPr>
        <p:spPr>
          <a:xfrm>
            <a:off x="1587675" y="181448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4" name="Google Shape;1604;p36"/>
          <p:cNvSpPr/>
          <p:nvPr/>
        </p:nvSpPr>
        <p:spPr>
          <a:xfrm>
            <a:off x="1440300" y="18570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5" name="Google Shape;1605;p36"/>
          <p:cNvSpPr/>
          <p:nvPr/>
        </p:nvSpPr>
        <p:spPr>
          <a:xfrm>
            <a:off x="1548018" y="196475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6" name="Google Shape;1606;p36"/>
          <p:cNvSpPr/>
          <p:nvPr/>
        </p:nvSpPr>
        <p:spPr>
          <a:xfrm>
            <a:off x="1883725" y="293059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7" name="Google Shape;1607;p36"/>
          <p:cNvSpPr/>
          <p:nvPr/>
        </p:nvSpPr>
        <p:spPr>
          <a:xfrm>
            <a:off x="2259025" y="212677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8" name="Google Shape;1608;p36"/>
          <p:cNvSpPr/>
          <p:nvPr/>
        </p:nvSpPr>
        <p:spPr>
          <a:xfrm>
            <a:off x="2259025" y="203272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9" name="Google Shape;1609;p36"/>
          <p:cNvSpPr/>
          <p:nvPr/>
        </p:nvSpPr>
        <p:spPr>
          <a:xfrm>
            <a:off x="2346818" y="205233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0" name="Google Shape;1610;p36"/>
          <p:cNvSpPr/>
          <p:nvPr/>
        </p:nvSpPr>
        <p:spPr>
          <a:xfrm>
            <a:off x="2173431" y="197239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1" name="Google Shape;1611;p36"/>
          <p:cNvSpPr/>
          <p:nvPr/>
        </p:nvSpPr>
        <p:spPr>
          <a:xfrm>
            <a:off x="2234093" y="186814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2" name="Google Shape;1612;p36"/>
          <p:cNvSpPr/>
          <p:nvPr/>
        </p:nvSpPr>
        <p:spPr>
          <a:xfrm>
            <a:off x="2308621" y="193867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3" name="Google Shape;1613;p36"/>
          <p:cNvSpPr/>
          <p:nvPr/>
        </p:nvSpPr>
        <p:spPr>
          <a:xfrm>
            <a:off x="2396415" y="186877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4" name="Google Shape;1614;p36"/>
          <p:cNvSpPr/>
          <p:nvPr/>
        </p:nvSpPr>
        <p:spPr>
          <a:xfrm>
            <a:off x="2139827" y="211564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5" name="Google Shape;1615;p36"/>
          <p:cNvSpPr/>
          <p:nvPr/>
        </p:nvSpPr>
        <p:spPr>
          <a:xfrm>
            <a:off x="2163492" y="197649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6" name="Google Shape;1616;p36"/>
          <p:cNvSpPr/>
          <p:nvPr/>
        </p:nvSpPr>
        <p:spPr>
          <a:xfrm>
            <a:off x="2366744" y="214044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7" name="Google Shape;1617;p36"/>
          <p:cNvSpPr/>
          <p:nvPr/>
        </p:nvSpPr>
        <p:spPr>
          <a:xfrm>
            <a:off x="2281150" y="208011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8" name="Google Shape;1618;p36"/>
          <p:cNvSpPr/>
          <p:nvPr/>
        </p:nvSpPr>
        <p:spPr>
          <a:xfrm>
            <a:off x="2341812" y="197586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9" name="Google Shape;1619;p36"/>
          <p:cNvSpPr/>
          <p:nvPr/>
        </p:nvSpPr>
        <p:spPr>
          <a:xfrm>
            <a:off x="2416340" y="204638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0" name="Google Shape;1620;p36"/>
          <p:cNvSpPr/>
          <p:nvPr/>
        </p:nvSpPr>
        <p:spPr>
          <a:xfrm>
            <a:off x="2271210" y="208421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1" name="Google Shape;1621;p36"/>
          <p:cNvSpPr/>
          <p:nvPr/>
        </p:nvSpPr>
        <p:spPr>
          <a:xfrm>
            <a:off x="2670710" y="202539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2" name="Google Shape;1622;p36"/>
          <p:cNvSpPr/>
          <p:nvPr/>
        </p:nvSpPr>
        <p:spPr>
          <a:xfrm>
            <a:off x="2670710" y="193134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3" name="Google Shape;1623;p36"/>
          <p:cNvSpPr/>
          <p:nvPr/>
        </p:nvSpPr>
        <p:spPr>
          <a:xfrm>
            <a:off x="2758503" y="195095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36"/>
          <p:cNvSpPr/>
          <p:nvPr/>
        </p:nvSpPr>
        <p:spPr>
          <a:xfrm>
            <a:off x="2585116" y="187101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36"/>
          <p:cNvSpPr/>
          <p:nvPr/>
        </p:nvSpPr>
        <p:spPr>
          <a:xfrm>
            <a:off x="2645778" y="176676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36"/>
          <p:cNvSpPr/>
          <p:nvPr/>
        </p:nvSpPr>
        <p:spPr>
          <a:xfrm>
            <a:off x="2720306" y="183728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36"/>
          <p:cNvSpPr/>
          <p:nvPr/>
        </p:nvSpPr>
        <p:spPr>
          <a:xfrm>
            <a:off x="2808100" y="176739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8" name="Google Shape;1628;p36"/>
          <p:cNvSpPr/>
          <p:nvPr/>
        </p:nvSpPr>
        <p:spPr>
          <a:xfrm>
            <a:off x="2551512" y="201426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9" name="Google Shape;1629;p36"/>
          <p:cNvSpPr/>
          <p:nvPr/>
        </p:nvSpPr>
        <p:spPr>
          <a:xfrm>
            <a:off x="2575177" y="187511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0" name="Google Shape;1630;p36"/>
          <p:cNvSpPr/>
          <p:nvPr/>
        </p:nvSpPr>
        <p:spPr>
          <a:xfrm>
            <a:off x="2778428" y="203906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1" name="Google Shape;1631;p36"/>
          <p:cNvSpPr/>
          <p:nvPr/>
        </p:nvSpPr>
        <p:spPr>
          <a:xfrm>
            <a:off x="2692835" y="197872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2" name="Google Shape;1632;p36"/>
          <p:cNvSpPr/>
          <p:nvPr/>
        </p:nvSpPr>
        <p:spPr>
          <a:xfrm>
            <a:off x="2753497" y="187447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3" name="Google Shape;1633;p36"/>
          <p:cNvSpPr/>
          <p:nvPr/>
        </p:nvSpPr>
        <p:spPr>
          <a:xfrm>
            <a:off x="2828025" y="19450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4" name="Google Shape;1634;p36"/>
          <p:cNvSpPr/>
          <p:nvPr/>
        </p:nvSpPr>
        <p:spPr>
          <a:xfrm>
            <a:off x="2682895" y="198283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5" name="Google Shape;1635;p36"/>
          <p:cNvSpPr/>
          <p:nvPr/>
        </p:nvSpPr>
        <p:spPr>
          <a:xfrm>
            <a:off x="1207267" y="168816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6" name="Google Shape;1636;p36"/>
          <p:cNvSpPr/>
          <p:nvPr/>
        </p:nvSpPr>
        <p:spPr>
          <a:xfrm>
            <a:off x="1217781" y="188363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7" name="Google Shape;1637;p36"/>
          <p:cNvSpPr/>
          <p:nvPr/>
        </p:nvSpPr>
        <p:spPr>
          <a:xfrm>
            <a:off x="1918306" y="285436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38" name="Google Shape;163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6825" y="1197288"/>
            <a:ext cx="2063126" cy="2002874"/>
          </a:xfrm>
          <a:prstGeom prst="rect">
            <a:avLst/>
          </a:prstGeom>
          <a:noFill/>
          <a:ln>
            <a:noFill/>
          </a:ln>
        </p:spPr>
      </p:pic>
      <p:sp>
        <p:nvSpPr>
          <p:cNvPr id="1639" name="Google Shape;1639;p36"/>
          <p:cNvSpPr/>
          <p:nvPr/>
        </p:nvSpPr>
        <p:spPr>
          <a:xfrm>
            <a:off x="4552780" y="165909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0" name="Google Shape;1640;p36"/>
          <p:cNvSpPr/>
          <p:nvPr/>
        </p:nvSpPr>
        <p:spPr>
          <a:xfrm>
            <a:off x="4603577" y="170988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1" name="Google Shape;1641;p36"/>
          <p:cNvSpPr/>
          <p:nvPr/>
        </p:nvSpPr>
        <p:spPr>
          <a:xfrm>
            <a:off x="4698770" y="165909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2" name="Google Shape;1642;p36"/>
          <p:cNvSpPr/>
          <p:nvPr/>
        </p:nvSpPr>
        <p:spPr>
          <a:xfrm>
            <a:off x="4732292" y="19045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3" name="Google Shape;1643;p36"/>
          <p:cNvSpPr/>
          <p:nvPr/>
        </p:nvSpPr>
        <p:spPr>
          <a:xfrm>
            <a:off x="4818553" y="187974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4" name="Google Shape;1644;p36"/>
          <p:cNvSpPr/>
          <p:nvPr/>
        </p:nvSpPr>
        <p:spPr>
          <a:xfrm>
            <a:off x="4842217" y="174059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5" name="Google Shape;1645;p36"/>
          <p:cNvSpPr/>
          <p:nvPr/>
        </p:nvSpPr>
        <p:spPr>
          <a:xfrm>
            <a:off x="4910279" y="199858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6" name="Google Shape;1646;p36"/>
          <p:cNvSpPr/>
          <p:nvPr/>
        </p:nvSpPr>
        <p:spPr>
          <a:xfrm>
            <a:off x="4818553" y="206911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7" name="Google Shape;1647;p36"/>
          <p:cNvSpPr/>
          <p:nvPr/>
        </p:nvSpPr>
        <p:spPr>
          <a:xfrm>
            <a:off x="4842217" y="219813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8" name="Google Shape;1648;p36"/>
          <p:cNvSpPr/>
          <p:nvPr/>
        </p:nvSpPr>
        <p:spPr>
          <a:xfrm>
            <a:off x="4012777" y="180162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9" name="Google Shape;1649;p36"/>
          <p:cNvSpPr/>
          <p:nvPr/>
        </p:nvSpPr>
        <p:spPr>
          <a:xfrm>
            <a:off x="4792621" y="228986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36"/>
          <p:cNvSpPr/>
          <p:nvPr/>
        </p:nvSpPr>
        <p:spPr>
          <a:xfrm>
            <a:off x="3574423" y="184556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p36"/>
          <p:cNvSpPr/>
          <p:nvPr/>
        </p:nvSpPr>
        <p:spPr>
          <a:xfrm>
            <a:off x="3610421" y="177503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p36"/>
          <p:cNvSpPr/>
          <p:nvPr/>
        </p:nvSpPr>
        <p:spPr>
          <a:xfrm>
            <a:off x="3610421" y="168098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3" name="Google Shape;1653;p36"/>
          <p:cNvSpPr/>
          <p:nvPr/>
        </p:nvSpPr>
        <p:spPr>
          <a:xfrm>
            <a:off x="3698214" y="170059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p36"/>
          <p:cNvSpPr/>
          <p:nvPr/>
        </p:nvSpPr>
        <p:spPr>
          <a:xfrm>
            <a:off x="3524827" y="162065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5" name="Google Shape;1655;p36"/>
          <p:cNvSpPr/>
          <p:nvPr/>
        </p:nvSpPr>
        <p:spPr>
          <a:xfrm>
            <a:off x="3585489" y="151640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6" name="Google Shape;1656;p36"/>
          <p:cNvSpPr/>
          <p:nvPr/>
        </p:nvSpPr>
        <p:spPr>
          <a:xfrm>
            <a:off x="3660017" y="158692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7" name="Google Shape;1657;p36"/>
          <p:cNvSpPr/>
          <p:nvPr/>
        </p:nvSpPr>
        <p:spPr>
          <a:xfrm>
            <a:off x="3747811" y="151703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8" name="Google Shape;1658;p36"/>
          <p:cNvSpPr/>
          <p:nvPr/>
        </p:nvSpPr>
        <p:spPr>
          <a:xfrm>
            <a:off x="3810939" y="158692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9" name="Google Shape;1659;p36"/>
          <p:cNvSpPr/>
          <p:nvPr/>
        </p:nvSpPr>
        <p:spPr>
          <a:xfrm>
            <a:off x="4660499" y="176681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0" name="Google Shape;1660;p36"/>
          <p:cNvSpPr/>
          <p:nvPr/>
        </p:nvSpPr>
        <p:spPr>
          <a:xfrm>
            <a:off x="4711295" y="18176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1" name="Google Shape;1661;p36"/>
          <p:cNvSpPr/>
          <p:nvPr/>
        </p:nvSpPr>
        <p:spPr>
          <a:xfrm>
            <a:off x="4806488" y="176681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2" name="Google Shape;1662;p36"/>
          <p:cNvSpPr/>
          <p:nvPr/>
        </p:nvSpPr>
        <p:spPr>
          <a:xfrm>
            <a:off x="4840011" y="201225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3" name="Google Shape;1663;p36"/>
          <p:cNvSpPr/>
          <p:nvPr/>
        </p:nvSpPr>
        <p:spPr>
          <a:xfrm>
            <a:off x="3491223" y="176390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4" name="Google Shape;1664;p36"/>
          <p:cNvSpPr/>
          <p:nvPr/>
        </p:nvSpPr>
        <p:spPr>
          <a:xfrm>
            <a:off x="3514888" y="162475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5" name="Google Shape;1665;p36"/>
          <p:cNvSpPr/>
          <p:nvPr/>
        </p:nvSpPr>
        <p:spPr>
          <a:xfrm>
            <a:off x="3979173" y="184546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6" name="Google Shape;1666;p36"/>
          <p:cNvSpPr/>
          <p:nvPr/>
        </p:nvSpPr>
        <p:spPr>
          <a:xfrm>
            <a:off x="4002838" y="197447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7" name="Google Shape;1667;p36"/>
          <p:cNvSpPr/>
          <p:nvPr/>
        </p:nvSpPr>
        <p:spPr>
          <a:xfrm>
            <a:off x="4120496" y="190934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8" name="Google Shape;1668;p36"/>
          <p:cNvSpPr/>
          <p:nvPr/>
        </p:nvSpPr>
        <p:spPr>
          <a:xfrm>
            <a:off x="3953242" y="206621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9" name="Google Shape;1669;p36"/>
          <p:cNvSpPr/>
          <p:nvPr/>
        </p:nvSpPr>
        <p:spPr>
          <a:xfrm>
            <a:off x="4170093" y="184546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0" name="Google Shape;1670;p36"/>
          <p:cNvSpPr/>
          <p:nvPr/>
        </p:nvSpPr>
        <p:spPr>
          <a:xfrm>
            <a:off x="3718140" y="188275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Google Shape;1671;p36"/>
          <p:cNvSpPr/>
          <p:nvPr/>
        </p:nvSpPr>
        <p:spPr>
          <a:xfrm>
            <a:off x="3718140" y="178870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2" name="Google Shape;1672;p36"/>
          <p:cNvSpPr/>
          <p:nvPr/>
        </p:nvSpPr>
        <p:spPr>
          <a:xfrm>
            <a:off x="3805933" y="180831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3" name="Google Shape;1673;p36"/>
          <p:cNvSpPr/>
          <p:nvPr/>
        </p:nvSpPr>
        <p:spPr>
          <a:xfrm>
            <a:off x="3632546" y="172836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4" name="Google Shape;1674;p36"/>
          <p:cNvSpPr/>
          <p:nvPr/>
        </p:nvSpPr>
        <p:spPr>
          <a:xfrm>
            <a:off x="3693208" y="162411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5" name="Google Shape;1675;p36"/>
          <p:cNvSpPr/>
          <p:nvPr/>
        </p:nvSpPr>
        <p:spPr>
          <a:xfrm>
            <a:off x="3767736" y="169464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6" name="Google Shape;1676;p36"/>
          <p:cNvSpPr/>
          <p:nvPr/>
        </p:nvSpPr>
        <p:spPr>
          <a:xfrm>
            <a:off x="3855530" y="162475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7" name="Google Shape;1677;p36"/>
          <p:cNvSpPr/>
          <p:nvPr/>
        </p:nvSpPr>
        <p:spPr>
          <a:xfrm>
            <a:off x="3918658" y="169464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8" name="Google Shape;1678;p36"/>
          <p:cNvSpPr/>
          <p:nvPr/>
        </p:nvSpPr>
        <p:spPr>
          <a:xfrm>
            <a:off x="4768218" y="187452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9" name="Google Shape;1679;p36"/>
          <p:cNvSpPr/>
          <p:nvPr/>
        </p:nvSpPr>
        <p:spPr>
          <a:xfrm>
            <a:off x="4819014" y="192532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0" name="Google Shape;1680;p36"/>
          <p:cNvSpPr/>
          <p:nvPr/>
        </p:nvSpPr>
        <p:spPr>
          <a:xfrm>
            <a:off x="3479159" y="165097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1" name="Google Shape;1681;p36"/>
          <p:cNvSpPr/>
          <p:nvPr/>
        </p:nvSpPr>
        <p:spPr>
          <a:xfrm>
            <a:off x="4000632" y="178860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2" name="Google Shape;1682;p36"/>
          <p:cNvSpPr/>
          <p:nvPr/>
        </p:nvSpPr>
        <p:spPr>
          <a:xfrm>
            <a:off x="3598942" y="187162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3" name="Google Shape;1683;p36"/>
          <p:cNvSpPr/>
          <p:nvPr/>
        </p:nvSpPr>
        <p:spPr>
          <a:xfrm>
            <a:off x="3622607" y="173247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4" name="Google Shape;1684;p36"/>
          <p:cNvSpPr/>
          <p:nvPr/>
        </p:nvSpPr>
        <p:spPr>
          <a:xfrm>
            <a:off x="4178619" y="188265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5" name="Google Shape;1685;p36"/>
          <p:cNvSpPr/>
          <p:nvPr/>
        </p:nvSpPr>
        <p:spPr>
          <a:xfrm>
            <a:off x="4086892" y="195318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6" name="Google Shape;1686;p36"/>
          <p:cNvSpPr/>
          <p:nvPr/>
        </p:nvSpPr>
        <p:spPr>
          <a:xfrm>
            <a:off x="4110557" y="208219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7" name="Google Shape;1687;p36"/>
          <p:cNvSpPr/>
          <p:nvPr/>
        </p:nvSpPr>
        <p:spPr>
          <a:xfrm>
            <a:off x="4228215" y="201706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8" name="Google Shape;1688;p36"/>
          <p:cNvSpPr/>
          <p:nvPr/>
        </p:nvSpPr>
        <p:spPr>
          <a:xfrm>
            <a:off x="4060961" y="217393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9" name="Google Shape;1689;p36"/>
          <p:cNvSpPr/>
          <p:nvPr/>
        </p:nvSpPr>
        <p:spPr>
          <a:xfrm>
            <a:off x="4277811" y="195318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0" name="Google Shape;1690;p36"/>
          <p:cNvSpPr/>
          <p:nvPr/>
        </p:nvSpPr>
        <p:spPr>
          <a:xfrm>
            <a:off x="4313809" y="188265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1" name="Google Shape;1691;p36"/>
          <p:cNvSpPr/>
          <p:nvPr/>
        </p:nvSpPr>
        <p:spPr>
          <a:xfrm>
            <a:off x="4313809" y="178860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36"/>
          <p:cNvSpPr/>
          <p:nvPr/>
        </p:nvSpPr>
        <p:spPr>
          <a:xfrm>
            <a:off x="4401602" y="180821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3" name="Google Shape;1693;p36"/>
          <p:cNvSpPr/>
          <p:nvPr/>
        </p:nvSpPr>
        <p:spPr>
          <a:xfrm>
            <a:off x="3740265" y="183608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36"/>
          <p:cNvSpPr/>
          <p:nvPr/>
        </p:nvSpPr>
        <p:spPr>
          <a:xfrm>
            <a:off x="3800927" y="173183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36"/>
          <p:cNvSpPr/>
          <p:nvPr/>
        </p:nvSpPr>
        <p:spPr>
          <a:xfrm>
            <a:off x="3875455" y="180236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36"/>
          <p:cNvSpPr/>
          <p:nvPr/>
        </p:nvSpPr>
        <p:spPr>
          <a:xfrm>
            <a:off x="3963248" y="173247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Google Shape;1697;p36"/>
          <p:cNvSpPr/>
          <p:nvPr/>
        </p:nvSpPr>
        <p:spPr>
          <a:xfrm>
            <a:off x="4026377" y="180236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8" name="Google Shape;1698;p36"/>
          <p:cNvSpPr/>
          <p:nvPr/>
        </p:nvSpPr>
        <p:spPr>
          <a:xfrm>
            <a:off x="3937585" y="219969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9" name="Google Shape;1699;p36"/>
          <p:cNvSpPr/>
          <p:nvPr/>
        </p:nvSpPr>
        <p:spPr>
          <a:xfrm>
            <a:off x="3988382" y="225049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0" name="Google Shape;1700;p36"/>
          <p:cNvSpPr/>
          <p:nvPr/>
        </p:nvSpPr>
        <p:spPr>
          <a:xfrm>
            <a:off x="4083575" y="219969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1" name="Google Shape;1701;p36"/>
          <p:cNvSpPr/>
          <p:nvPr/>
        </p:nvSpPr>
        <p:spPr>
          <a:xfrm>
            <a:off x="4117097" y="244514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2" name="Google Shape;1702;p36"/>
          <p:cNvSpPr/>
          <p:nvPr/>
        </p:nvSpPr>
        <p:spPr>
          <a:xfrm>
            <a:off x="4203358" y="242034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3" name="Google Shape;1703;p36"/>
          <p:cNvSpPr/>
          <p:nvPr/>
        </p:nvSpPr>
        <p:spPr>
          <a:xfrm>
            <a:off x="4227023" y="228119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4" name="Google Shape;1704;p36"/>
          <p:cNvSpPr/>
          <p:nvPr/>
        </p:nvSpPr>
        <p:spPr>
          <a:xfrm>
            <a:off x="4295084" y="253919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5" name="Google Shape;1705;p36"/>
          <p:cNvSpPr/>
          <p:nvPr/>
        </p:nvSpPr>
        <p:spPr>
          <a:xfrm>
            <a:off x="4203358" y="260972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6" name="Google Shape;1706;p36"/>
          <p:cNvSpPr/>
          <p:nvPr/>
        </p:nvSpPr>
        <p:spPr>
          <a:xfrm>
            <a:off x="4227023" y="273873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7" name="Google Shape;1707;p36"/>
          <p:cNvSpPr/>
          <p:nvPr/>
        </p:nvSpPr>
        <p:spPr>
          <a:xfrm>
            <a:off x="4344681" y="267360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8" name="Google Shape;1708;p36"/>
          <p:cNvSpPr/>
          <p:nvPr/>
        </p:nvSpPr>
        <p:spPr>
          <a:xfrm>
            <a:off x="4177426" y="283047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9" name="Google Shape;1709;p36"/>
          <p:cNvSpPr/>
          <p:nvPr/>
        </p:nvSpPr>
        <p:spPr>
          <a:xfrm>
            <a:off x="4394277" y="260972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0" name="Google Shape;1710;p36"/>
          <p:cNvSpPr/>
          <p:nvPr/>
        </p:nvSpPr>
        <p:spPr>
          <a:xfrm>
            <a:off x="4430274" y="253919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1" name="Google Shape;1711;p36"/>
          <p:cNvSpPr/>
          <p:nvPr/>
        </p:nvSpPr>
        <p:spPr>
          <a:xfrm>
            <a:off x="4430274" y="244514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2" name="Google Shape;1712;p36"/>
          <p:cNvSpPr/>
          <p:nvPr/>
        </p:nvSpPr>
        <p:spPr>
          <a:xfrm>
            <a:off x="4518068" y="246475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3" name="Google Shape;1713;p36"/>
          <p:cNvSpPr/>
          <p:nvPr/>
        </p:nvSpPr>
        <p:spPr>
          <a:xfrm>
            <a:off x="4344681" y="238481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4" name="Google Shape;1714;p36"/>
          <p:cNvSpPr/>
          <p:nvPr/>
        </p:nvSpPr>
        <p:spPr>
          <a:xfrm>
            <a:off x="4405343" y="228056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5" name="Google Shape;1715;p36"/>
          <p:cNvSpPr/>
          <p:nvPr/>
        </p:nvSpPr>
        <p:spPr>
          <a:xfrm>
            <a:off x="4479871" y="235108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6" name="Google Shape;1716;p36"/>
          <p:cNvSpPr/>
          <p:nvPr/>
        </p:nvSpPr>
        <p:spPr>
          <a:xfrm>
            <a:off x="4567664" y="228119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7" name="Google Shape;1717;p36"/>
          <p:cNvSpPr/>
          <p:nvPr/>
        </p:nvSpPr>
        <p:spPr>
          <a:xfrm>
            <a:off x="4630793" y="235108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8" name="Google Shape;1718;p36"/>
          <p:cNvSpPr/>
          <p:nvPr/>
        </p:nvSpPr>
        <p:spPr>
          <a:xfrm rot="-2700000">
            <a:off x="4095847" y="166723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9" name="Google Shape;1719;p36"/>
          <p:cNvSpPr/>
          <p:nvPr/>
        </p:nvSpPr>
        <p:spPr>
          <a:xfrm rot="-2700000">
            <a:off x="4167684" y="166723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0" name="Google Shape;1720;p36"/>
          <p:cNvSpPr/>
          <p:nvPr/>
        </p:nvSpPr>
        <p:spPr>
          <a:xfrm rot="-2700000">
            <a:off x="4199077" y="1564009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1" name="Google Shape;1721;p36"/>
          <p:cNvSpPr/>
          <p:nvPr/>
        </p:nvSpPr>
        <p:spPr>
          <a:xfrm rot="-2700000">
            <a:off x="4396340" y="1713862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2" name="Google Shape;1722;p36"/>
          <p:cNvSpPr/>
          <p:nvPr/>
        </p:nvSpPr>
        <p:spPr>
          <a:xfrm rot="-2700000">
            <a:off x="4439800" y="1635332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3" name="Google Shape;1723;p36"/>
          <p:cNvSpPr/>
          <p:nvPr/>
        </p:nvSpPr>
        <p:spPr>
          <a:xfrm rot="-2700000">
            <a:off x="4358141" y="1520207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4" name="Google Shape;1724;p36"/>
          <p:cNvSpPr/>
          <p:nvPr/>
        </p:nvSpPr>
        <p:spPr>
          <a:xfrm rot="-2700000">
            <a:off x="4588700" y="1654511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5" name="Google Shape;1725;p36"/>
          <p:cNvSpPr/>
          <p:nvPr/>
        </p:nvSpPr>
        <p:spPr>
          <a:xfrm rot="-2700000">
            <a:off x="4573710" y="1769242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6" name="Google Shape;1726;p36"/>
          <p:cNvSpPr/>
          <p:nvPr/>
        </p:nvSpPr>
        <p:spPr>
          <a:xfrm rot="-2700000">
            <a:off x="4681671" y="1843735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7" name="Google Shape;1727;p36"/>
          <p:cNvSpPr/>
          <p:nvPr/>
        </p:nvSpPr>
        <p:spPr>
          <a:xfrm rot="-2700000">
            <a:off x="4711468" y="1943671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36"/>
          <p:cNvSpPr/>
          <p:nvPr/>
        </p:nvSpPr>
        <p:spPr>
          <a:xfrm rot="-2700000">
            <a:off x="4248185" y="166723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9" name="Google Shape;1729;p36"/>
          <p:cNvSpPr/>
          <p:nvPr/>
        </p:nvSpPr>
        <p:spPr>
          <a:xfrm rot="-2700000">
            <a:off x="4320021" y="166723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36"/>
          <p:cNvSpPr/>
          <p:nvPr/>
        </p:nvSpPr>
        <p:spPr>
          <a:xfrm rot="-2700000">
            <a:off x="4351415" y="1564009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Google Shape;1731;p36"/>
          <p:cNvSpPr/>
          <p:nvPr/>
        </p:nvSpPr>
        <p:spPr>
          <a:xfrm rot="-2700000">
            <a:off x="4548677" y="1713862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2" name="Google Shape;1732;p36"/>
          <p:cNvSpPr/>
          <p:nvPr/>
        </p:nvSpPr>
        <p:spPr>
          <a:xfrm rot="-2700000">
            <a:off x="4400522" y="166723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3" name="Google Shape;1733;p36"/>
          <p:cNvSpPr/>
          <p:nvPr/>
        </p:nvSpPr>
        <p:spPr>
          <a:xfrm rot="-2700000">
            <a:off x="4472359" y="166723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4" name="Google Shape;1734;p36"/>
          <p:cNvSpPr/>
          <p:nvPr/>
        </p:nvSpPr>
        <p:spPr>
          <a:xfrm>
            <a:off x="3730325" y="184019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5" name="Google Shape;1735;p36"/>
          <p:cNvSpPr/>
          <p:nvPr/>
        </p:nvSpPr>
        <p:spPr>
          <a:xfrm>
            <a:off x="3582950" y="188275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6" name="Google Shape;1736;p36"/>
          <p:cNvSpPr/>
          <p:nvPr/>
        </p:nvSpPr>
        <p:spPr>
          <a:xfrm>
            <a:off x="3690668" y="199047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7" name="Google Shape;1737;p36"/>
          <p:cNvSpPr/>
          <p:nvPr/>
        </p:nvSpPr>
        <p:spPr>
          <a:xfrm>
            <a:off x="4026375" y="295631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8" name="Google Shape;1738;p36"/>
          <p:cNvSpPr/>
          <p:nvPr/>
        </p:nvSpPr>
        <p:spPr>
          <a:xfrm>
            <a:off x="4401675" y="215248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9" name="Google Shape;1739;p36"/>
          <p:cNvSpPr/>
          <p:nvPr/>
        </p:nvSpPr>
        <p:spPr>
          <a:xfrm>
            <a:off x="4401675" y="205843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0" name="Google Shape;1740;p36"/>
          <p:cNvSpPr/>
          <p:nvPr/>
        </p:nvSpPr>
        <p:spPr>
          <a:xfrm>
            <a:off x="4489468" y="207804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1" name="Google Shape;1741;p36"/>
          <p:cNvSpPr/>
          <p:nvPr/>
        </p:nvSpPr>
        <p:spPr>
          <a:xfrm>
            <a:off x="4316081" y="19981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2" name="Google Shape;1742;p36"/>
          <p:cNvSpPr/>
          <p:nvPr/>
        </p:nvSpPr>
        <p:spPr>
          <a:xfrm>
            <a:off x="4376743" y="189385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3" name="Google Shape;1743;p36"/>
          <p:cNvSpPr/>
          <p:nvPr/>
        </p:nvSpPr>
        <p:spPr>
          <a:xfrm>
            <a:off x="4451271" y="196438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4" name="Google Shape;1744;p36"/>
          <p:cNvSpPr/>
          <p:nvPr/>
        </p:nvSpPr>
        <p:spPr>
          <a:xfrm>
            <a:off x="4539065" y="189448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5" name="Google Shape;1745;p36"/>
          <p:cNvSpPr/>
          <p:nvPr/>
        </p:nvSpPr>
        <p:spPr>
          <a:xfrm>
            <a:off x="4282477" y="214135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6" name="Google Shape;1746;p36"/>
          <p:cNvSpPr/>
          <p:nvPr/>
        </p:nvSpPr>
        <p:spPr>
          <a:xfrm>
            <a:off x="4306142" y="200221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7" name="Google Shape;1747;p36"/>
          <p:cNvSpPr/>
          <p:nvPr/>
        </p:nvSpPr>
        <p:spPr>
          <a:xfrm>
            <a:off x="4509394" y="216615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8" name="Google Shape;1748;p36"/>
          <p:cNvSpPr/>
          <p:nvPr/>
        </p:nvSpPr>
        <p:spPr>
          <a:xfrm>
            <a:off x="4423800" y="210582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9" name="Google Shape;1749;p36"/>
          <p:cNvSpPr/>
          <p:nvPr/>
        </p:nvSpPr>
        <p:spPr>
          <a:xfrm>
            <a:off x="4484462" y="200157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0" name="Google Shape;1750;p36"/>
          <p:cNvSpPr/>
          <p:nvPr/>
        </p:nvSpPr>
        <p:spPr>
          <a:xfrm>
            <a:off x="4558990" y="207210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1" name="Google Shape;1751;p36"/>
          <p:cNvSpPr/>
          <p:nvPr/>
        </p:nvSpPr>
        <p:spPr>
          <a:xfrm>
            <a:off x="4413860" y="210992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2" name="Google Shape;1752;p36"/>
          <p:cNvSpPr/>
          <p:nvPr/>
        </p:nvSpPr>
        <p:spPr>
          <a:xfrm>
            <a:off x="4813360" y="20511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3" name="Google Shape;1753;p36"/>
          <p:cNvSpPr/>
          <p:nvPr/>
        </p:nvSpPr>
        <p:spPr>
          <a:xfrm>
            <a:off x="4813360" y="195705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4" name="Google Shape;1754;p36"/>
          <p:cNvSpPr/>
          <p:nvPr/>
        </p:nvSpPr>
        <p:spPr>
          <a:xfrm>
            <a:off x="4901153" y="197666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5" name="Google Shape;1755;p36"/>
          <p:cNvSpPr/>
          <p:nvPr/>
        </p:nvSpPr>
        <p:spPr>
          <a:xfrm>
            <a:off x="4727766" y="189672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6" name="Google Shape;1756;p36"/>
          <p:cNvSpPr/>
          <p:nvPr/>
        </p:nvSpPr>
        <p:spPr>
          <a:xfrm>
            <a:off x="4788428" y="179247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7" name="Google Shape;1757;p36"/>
          <p:cNvSpPr/>
          <p:nvPr/>
        </p:nvSpPr>
        <p:spPr>
          <a:xfrm>
            <a:off x="4862956" y="186300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8" name="Google Shape;1758;p36"/>
          <p:cNvSpPr/>
          <p:nvPr/>
        </p:nvSpPr>
        <p:spPr>
          <a:xfrm>
            <a:off x="4950750" y="17931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9" name="Google Shape;1759;p36"/>
          <p:cNvSpPr/>
          <p:nvPr/>
        </p:nvSpPr>
        <p:spPr>
          <a:xfrm>
            <a:off x="4694162" y="203997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36"/>
          <p:cNvSpPr/>
          <p:nvPr/>
        </p:nvSpPr>
        <p:spPr>
          <a:xfrm>
            <a:off x="4717827" y="190082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1" name="Google Shape;1761;p36"/>
          <p:cNvSpPr/>
          <p:nvPr/>
        </p:nvSpPr>
        <p:spPr>
          <a:xfrm>
            <a:off x="4921078" y="206477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36"/>
          <p:cNvSpPr/>
          <p:nvPr/>
        </p:nvSpPr>
        <p:spPr>
          <a:xfrm>
            <a:off x="4835485" y="200444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3" name="Google Shape;1763;p36"/>
          <p:cNvSpPr/>
          <p:nvPr/>
        </p:nvSpPr>
        <p:spPr>
          <a:xfrm>
            <a:off x="4896147" y="190019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4" name="Google Shape;1764;p36"/>
          <p:cNvSpPr/>
          <p:nvPr/>
        </p:nvSpPr>
        <p:spPr>
          <a:xfrm>
            <a:off x="4970675" y="197071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5" name="Google Shape;1765;p36"/>
          <p:cNvSpPr/>
          <p:nvPr/>
        </p:nvSpPr>
        <p:spPr>
          <a:xfrm>
            <a:off x="4825545" y="200854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6" name="Google Shape;1766;p36"/>
          <p:cNvSpPr/>
          <p:nvPr/>
        </p:nvSpPr>
        <p:spPr>
          <a:xfrm>
            <a:off x="3349917" y="171387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7" name="Google Shape;1767;p36"/>
          <p:cNvSpPr/>
          <p:nvPr/>
        </p:nvSpPr>
        <p:spPr>
          <a:xfrm>
            <a:off x="3360431" y="190934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8" name="Google Shape;1768;p36"/>
          <p:cNvSpPr/>
          <p:nvPr/>
        </p:nvSpPr>
        <p:spPr>
          <a:xfrm>
            <a:off x="4060956" y="288008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69" name="Google Shape;176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9250" y="1138963"/>
            <a:ext cx="2063126" cy="2002874"/>
          </a:xfrm>
          <a:prstGeom prst="rect">
            <a:avLst/>
          </a:prstGeom>
          <a:noFill/>
          <a:ln>
            <a:noFill/>
          </a:ln>
        </p:spPr>
      </p:pic>
      <p:sp>
        <p:nvSpPr>
          <p:cNvPr id="1770" name="Google Shape;1770;p36"/>
          <p:cNvSpPr/>
          <p:nvPr/>
        </p:nvSpPr>
        <p:spPr>
          <a:xfrm>
            <a:off x="6815205" y="160076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1" name="Google Shape;1771;p36"/>
          <p:cNvSpPr/>
          <p:nvPr/>
        </p:nvSpPr>
        <p:spPr>
          <a:xfrm>
            <a:off x="6866002" y="165156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2" name="Google Shape;1772;p36"/>
          <p:cNvSpPr/>
          <p:nvPr/>
        </p:nvSpPr>
        <p:spPr>
          <a:xfrm>
            <a:off x="6961195" y="160076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3" name="Google Shape;1773;p36"/>
          <p:cNvSpPr/>
          <p:nvPr/>
        </p:nvSpPr>
        <p:spPr>
          <a:xfrm>
            <a:off x="6994717" y="184621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4" name="Google Shape;1774;p36"/>
          <p:cNvSpPr/>
          <p:nvPr/>
        </p:nvSpPr>
        <p:spPr>
          <a:xfrm>
            <a:off x="7080978" y="182141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5" name="Google Shape;1775;p36"/>
          <p:cNvSpPr/>
          <p:nvPr/>
        </p:nvSpPr>
        <p:spPr>
          <a:xfrm>
            <a:off x="7104642" y="168226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6" name="Google Shape;1776;p36"/>
          <p:cNvSpPr/>
          <p:nvPr/>
        </p:nvSpPr>
        <p:spPr>
          <a:xfrm>
            <a:off x="7172704" y="194026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7" name="Google Shape;1777;p36"/>
          <p:cNvSpPr/>
          <p:nvPr/>
        </p:nvSpPr>
        <p:spPr>
          <a:xfrm>
            <a:off x="7080978" y="201079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8" name="Google Shape;1778;p36"/>
          <p:cNvSpPr/>
          <p:nvPr/>
        </p:nvSpPr>
        <p:spPr>
          <a:xfrm>
            <a:off x="7104642" y="213980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9" name="Google Shape;1779;p36"/>
          <p:cNvSpPr/>
          <p:nvPr/>
        </p:nvSpPr>
        <p:spPr>
          <a:xfrm>
            <a:off x="6275202" y="174329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0" name="Google Shape;1780;p36"/>
          <p:cNvSpPr/>
          <p:nvPr/>
        </p:nvSpPr>
        <p:spPr>
          <a:xfrm>
            <a:off x="7055046" y="223154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1" name="Google Shape;1781;p36"/>
          <p:cNvSpPr/>
          <p:nvPr/>
        </p:nvSpPr>
        <p:spPr>
          <a:xfrm>
            <a:off x="5836848" y="178723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2" name="Google Shape;1782;p36"/>
          <p:cNvSpPr/>
          <p:nvPr/>
        </p:nvSpPr>
        <p:spPr>
          <a:xfrm>
            <a:off x="5872846" y="171670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3" name="Google Shape;1783;p36"/>
          <p:cNvSpPr/>
          <p:nvPr/>
        </p:nvSpPr>
        <p:spPr>
          <a:xfrm>
            <a:off x="5872846" y="162265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4" name="Google Shape;1784;p36"/>
          <p:cNvSpPr/>
          <p:nvPr/>
        </p:nvSpPr>
        <p:spPr>
          <a:xfrm>
            <a:off x="5960639" y="164226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5" name="Google Shape;1785;p36"/>
          <p:cNvSpPr/>
          <p:nvPr/>
        </p:nvSpPr>
        <p:spPr>
          <a:xfrm>
            <a:off x="5787252" y="156232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6" name="Google Shape;1786;p36"/>
          <p:cNvSpPr/>
          <p:nvPr/>
        </p:nvSpPr>
        <p:spPr>
          <a:xfrm>
            <a:off x="5847914" y="145807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7" name="Google Shape;1787;p36"/>
          <p:cNvSpPr/>
          <p:nvPr/>
        </p:nvSpPr>
        <p:spPr>
          <a:xfrm>
            <a:off x="5922442" y="152860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8" name="Google Shape;1788;p36"/>
          <p:cNvSpPr/>
          <p:nvPr/>
        </p:nvSpPr>
        <p:spPr>
          <a:xfrm>
            <a:off x="6010236" y="145870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9" name="Google Shape;1789;p36"/>
          <p:cNvSpPr/>
          <p:nvPr/>
        </p:nvSpPr>
        <p:spPr>
          <a:xfrm>
            <a:off x="6073364" y="152860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0" name="Google Shape;1790;p36"/>
          <p:cNvSpPr/>
          <p:nvPr/>
        </p:nvSpPr>
        <p:spPr>
          <a:xfrm>
            <a:off x="6922924" y="170848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1" name="Google Shape;1791;p36"/>
          <p:cNvSpPr/>
          <p:nvPr/>
        </p:nvSpPr>
        <p:spPr>
          <a:xfrm>
            <a:off x="6973720" y="175928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p36"/>
          <p:cNvSpPr/>
          <p:nvPr/>
        </p:nvSpPr>
        <p:spPr>
          <a:xfrm>
            <a:off x="7068913" y="170848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3" name="Google Shape;1793;p36"/>
          <p:cNvSpPr/>
          <p:nvPr/>
        </p:nvSpPr>
        <p:spPr>
          <a:xfrm>
            <a:off x="7102436" y="195393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p36"/>
          <p:cNvSpPr/>
          <p:nvPr/>
        </p:nvSpPr>
        <p:spPr>
          <a:xfrm>
            <a:off x="5753648" y="170557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5" name="Google Shape;1795;p36"/>
          <p:cNvSpPr/>
          <p:nvPr/>
        </p:nvSpPr>
        <p:spPr>
          <a:xfrm>
            <a:off x="5777313" y="156643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6" name="Google Shape;1796;p36"/>
          <p:cNvSpPr/>
          <p:nvPr/>
        </p:nvSpPr>
        <p:spPr>
          <a:xfrm>
            <a:off x="6241598" y="17871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7" name="Google Shape;1797;p36"/>
          <p:cNvSpPr/>
          <p:nvPr/>
        </p:nvSpPr>
        <p:spPr>
          <a:xfrm>
            <a:off x="6265263" y="191615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8" name="Google Shape;1798;p36"/>
          <p:cNvSpPr/>
          <p:nvPr/>
        </p:nvSpPr>
        <p:spPr>
          <a:xfrm>
            <a:off x="6382921" y="185101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Google Shape;1799;p36"/>
          <p:cNvSpPr/>
          <p:nvPr/>
        </p:nvSpPr>
        <p:spPr>
          <a:xfrm>
            <a:off x="6215667" y="200788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0" name="Google Shape;1800;p36"/>
          <p:cNvSpPr/>
          <p:nvPr/>
        </p:nvSpPr>
        <p:spPr>
          <a:xfrm>
            <a:off x="6432518" y="17871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1" name="Google Shape;1801;p36"/>
          <p:cNvSpPr/>
          <p:nvPr/>
        </p:nvSpPr>
        <p:spPr>
          <a:xfrm>
            <a:off x="5980565" y="182442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2" name="Google Shape;1802;p36"/>
          <p:cNvSpPr/>
          <p:nvPr/>
        </p:nvSpPr>
        <p:spPr>
          <a:xfrm>
            <a:off x="5980565" y="173037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3" name="Google Shape;1803;p36"/>
          <p:cNvSpPr/>
          <p:nvPr/>
        </p:nvSpPr>
        <p:spPr>
          <a:xfrm>
            <a:off x="6068358" y="174998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4" name="Google Shape;1804;p36"/>
          <p:cNvSpPr/>
          <p:nvPr/>
        </p:nvSpPr>
        <p:spPr>
          <a:xfrm>
            <a:off x="5894971" y="167004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5" name="Google Shape;1805;p36"/>
          <p:cNvSpPr/>
          <p:nvPr/>
        </p:nvSpPr>
        <p:spPr>
          <a:xfrm>
            <a:off x="5955633" y="156579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6" name="Google Shape;1806;p36"/>
          <p:cNvSpPr/>
          <p:nvPr/>
        </p:nvSpPr>
        <p:spPr>
          <a:xfrm>
            <a:off x="6030161" y="163632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7" name="Google Shape;1807;p36"/>
          <p:cNvSpPr/>
          <p:nvPr/>
        </p:nvSpPr>
        <p:spPr>
          <a:xfrm>
            <a:off x="6117955" y="156642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8" name="Google Shape;1808;p36"/>
          <p:cNvSpPr/>
          <p:nvPr/>
        </p:nvSpPr>
        <p:spPr>
          <a:xfrm>
            <a:off x="6181083" y="163632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9" name="Google Shape;1809;p36"/>
          <p:cNvSpPr/>
          <p:nvPr/>
        </p:nvSpPr>
        <p:spPr>
          <a:xfrm>
            <a:off x="7030643" y="181620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0" name="Google Shape;1810;p36"/>
          <p:cNvSpPr/>
          <p:nvPr/>
        </p:nvSpPr>
        <p:spPr>
          <a:xfrm>
            <a:off x="7081439" y="186699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1" name="Google Shape;1811;p36"/>
          <p:cNvSpPr/>
          <p:nvPr/>
        </p:nvSpPr>
        <p:spPr>
          <a:xfrm>
            <a:off x="5741584" y="159264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2" name="Google Shape;1812;p36"/>
          <p:cNvSpPr/>
          <p:nvPr/>
        </p:nvSpPr>
        <p:spPr>
          <a:xfrm>
            <a:off x="6263057" y="173027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3" name="Google Shape;1813;p36"/>
          <p:cNvSpPr/>
          <p:nvPr/>
        </p:nvSpPr>
        <p:spPr>
          <a:xfrm>
            <a:off x="5861367" y="181329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4" name="Google Shape;1814;p36"/>
          <p:cNvSpPr/>
          <p:nvPr/>
        </p:nvSpPr>
        <p:spPr>
          <a:xfrm>
            <a:off x="5885032" y="167414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5" name="Google Shape;1815;p36"/>
          <p:cNvSpPr/>
          <p:nvPr/>
        </p:nvSpPr>
        <p:spPr>
          <a:xfrm>
            <a:off x="6441044" y="182433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6" name="Google Shape;1816;p36"/>
          <p:cNvSpPr/>
          <p:nvPr/>
        </p:nvSpPr>
        <p:spPr>
          <a:xfrm>
            <a:off x="6349317" y="189485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7" name="Google Shape;1817;p36"/>
          <p:cNvSpPr/>
          <p:nvPr/>
        </p:nvSpPr>
        <p:spPr>
          <a:xfrm>
            <a:off x="6372982" y="202387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8" name="Google Shape;1818;p36"/>
          <p:cNvSpPr/>
          <p:nvPr/>
        </p:nvSpPr>
        <p:spPr>
          <a:xfrm>
            <a:off x="6490640" y="195873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9" name="Google Shape;1819;p36"/>
          <p:cNvSpPr/>
          <p:nvPr/>
        </p:nvSpPr>
        <p:spPr>
          <a:xfrm>
            <a:off x="6323386" y="21156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0" name="Google Shape;1820;p36"/>
          <p:cNvSpPr/>
          <p:nvPr/>
        </p:nvSpPr>
        <p:spPr>
          <a:xfrm>
            <a:off x="6540236" y="189485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1" name="Google Shape;1821;p36"/>
          <p:cNvSpPr/>
          <p:nvPr/>
        </p:nvSpPr>
        <p:spPr>
          <a:xfrm>
            <a:off x="6576234" y="182433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2" name="Google Shape;1822;p36"/>
          <p:cNvSpPr/>
          <p:nvPr/>
        </p:nvSpPr>
        <p:spPr>
          <a:xfrm>
            <a:off x="6576234" y="173027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3" name="Google Shape;1823;p36"/>
          <p:cNvSpPr/>
          <p:nvPr/>
        </p:nvSpPr>
        <p:spPr>
          <a:xfrm>
            <a:off x="6664027" y="174989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4" name="Google Shape;1824;p36"/>
          <p:cNvSpPr/>
          <p:nvPr/>
        </p:nvSpPr>
        <p:spPr>
          <a:xfrm>
            <a:off x="6002690" y="177776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5" name="Google Shape;1825;p36"/>
          <p:cNvSpPr/>
          <p:nvPr/>
        </p:nvSpPr>
        <p:spPr>
          <a:xfrm>
            <a:off x="6063352" y="167351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6" name="Google Shape;1826;p36"/>
          <p:cNvSpPr/>
          <p:nvPr/>
        </p:nvSpPr>
        <p:spPr>
          <a:xfrm>
            <a:off x="6137880" y="17440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7" name="Google Shape;1827;p36"/>
          <p:cNvSpPr/>
          <p:nvPr/>
        </p:nvSpPr>
        <p:spPr>
          <a:xfrm>
            <a:off x="6225673" y="167414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8" name="Google Shape;1828;p36"/>
          <p:cNvSpPr/>
          <p:nvPr/>
        </p:nvSpPr>
        <p:spPr>
          <a:xfrm>
            <a:off x="6288802" y="17440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9" name="Google Shape;1829;p36"/>
          <p:cNvSpPr/>
          <p:nvPr/>
        </p:nvSpPr>
        <p:spPr>
          <a:xfrm>
            <a:off x="6200010" y="214137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p36"/>
          <p:cNvSpPr/>
          <p:nvPr/>
        </p:nvSpPr>
        <p:spPr>
          <a:xfrm>
            <a:off x="6250807" y="219216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1" name="Google Shape;1831;p36"/>
          <p:cNvSpPr/>
          <p:nvPr/>
        </p:nvSpPr>
        <p:spPr>
          <a:xfrm>
            <a:off x="6346000" y="214137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2" name="Google Shape;1832;p36"/>
          <p:cNvSpPr/>
          <p:nvPr/>
        </p:nvSpPr>
        <p:spPr>
          <a:xfrm>
            <a:off x="6379522" y="238681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3" name="Google Shape;1833;p36"/>
          <p:cNvSpPr/>
          <p:nvPr/>
        </p:nvSpPr>
        <p:spPr>
          <a:xfrm>
            <a:off x="6465783" y="236202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4" name="Google Shape;1834;p36"/>
          <p:cNvSpPr/>
          <p:nvPr/>
        </p:nvSpPr>
        <p:spPr>
          <a:xfrm>
            <a:off x="6489448" y="222287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5" name="Google Shape;1835;p36"/>
          <p:cNvSpPr/>
          <p:nvPr/>
        </p:nvSpPr>
        <p:spPr>
          <a:xfrm>
            <a:off x="6557509" y="248086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6" name="Google Shape;1836;p36"/>
          <p:cNvSpPr/>
          <p:nvPr/>
        </p:nvSpPr>
        <p:spPr>
          <a:xfrm>
            <a:off x="6465783" y="255139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7" name="Google Shape;1837;p36"/>
          <p:cNvSpPr/>
          <p:nvPr/>
        </p:nvSpPr>
        <p:spPr>
          <a:xfrm>
            <a:off x="6489448" y="268041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8" name="Google Shape;1838;p36"/>
          <p:cNvSpPr/>
          <p:nvPr/>
        </p:nvSpPr>
        <p:spPr>
          <a:xfrm>
            <a:off x="6607106" y="261527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9" name="Google Shape;1839;p36"/>
          <p:cNvSpPr/>
          <p:nvPr/>
        </p:nvSpPr>
        <p:spPr>
          <a:xfrm>
            <a:off x="6439851" y="277214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0" name="Google Shape;1840;p36"/>
          <p:cNvSpPr/>
          <p:nvPr/>
        </p:nvSpPr>
        <p:spPr>
          <a:xfrm>
            <a:off x="6656702" y="255139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1" name="Google Shape;1841;p36"/>
          <p:cNvSpPr/>
          <p:nvPr/>
        </p:nvSpPr>
        <p:spPr>
          <a:xfrm>
            <a:off x="6692699" y="248086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2" name="Google Shape;1842;p36"/>
          <p:cNvSpPr/>
          <p:nvPr/>
        </p:nvSpPr>
        <p:spPr>
          <a:xfrm>
            <a:off x="6692699" y="238681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3" name="Google Shape;1843;p36"/>
          <p:cNvSpPr/>
          <p:nvPr/>
        </p:nvSpPr>
        <p:spPr>
          <a:xfrm>
            <a:off x="6780493" y="240643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4" name="Google Shape;1844;p36"/>
          <p:cNvSpPr/>
          <p:nvPr/>
        </p:nvSpPr>
        <p:spPr>
          <a:xfrm>
            <a:off x="6607106" y="232648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5" name="Google Shape;1845;p36"/>
          <p:cNvSpPr/>
          <p:nvPr/>
        </p:nvSpPr>
        <p:spPr>
          <a:xfrm>
            <a:off x="6667768" y="222223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6" name="Google Shape;1846;p36"/>
          <p:cNvSpPr/>
          <p:nvPr/>
        </p:nvSpPr>
        <p:spPr>
          <a:xfrm>
            <a:off x="6742296" y="229276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7" name="Google Shape;1847;p36"/>
          <p:cNvSpPr/>
          <p:nvPr/>
        </p:nvSpPr>
        <p:spPr>
          <a:xfrm>
            <a:off x="6830089" y="222287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8" name="Google Shape;1848;p36"/>
          <p:cNvSpPr/>
          <p:nvPr/>
        </p:nvSpPr>
        <p:spPr>
          <a:xfrm>
            <a:off x="6893218" y="229276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9" name="Google Shape;1849;p36"/>
          <p:cNvSpPr/>
          <p:nvPr/>
        </p:nvSpPr>
        <p:spPr>
          <a:xfrm rot="-2700000">
            <a:off x="6358272" y="160891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0" name="Google Shape;1850;p36"/>
          <p:cNvSpPr/>
          <p:nvPr/>
        </p:nvSpPr>
        <p:spPr>
          <a:xfrm rot="-2700000">
            <a:off x="6430109" y="160891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1" name="Google Shape;1851;p36"/>
          <p:cNvSpPr/>
          <p:nvPr/>
        </p:nvSpPr>
        <p:spPr>
          <a:xfrm rot="-2700000">
            <a:off x="6461502" y="1505684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2" name="Google Shape;1852;p36"/>
          <p:cNvSpPr/>
          <p:nvPr/>
        </p:nvSpPr>
        <p:spPr>
          <a:xfrm rot="-2700000">
            <a:off x="6658765" y="1655537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3" name="Google Shape;1853;p36"/>
          <p:cNvSpPr/>
          <p:nvPr/>
        </p:nvSpPr>
        <p:spPr>
          <a:xfrm rot="-2700000">
            <a:off x="6702225" y="1577007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4" name="Google Shape;1854;p36"/>
          <p:cNvSpPr/>
          <p:nvPr/>
        </p:nvSpPr>
        <p:spPr>
          <a:xfrm rot="-2700000">
            <a:off x="6620566" y="1461882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5" name="Google Shape;1855;p36"/>
          <p:cNvSpPr/>
          <p:nvPr/>
        </p:nvSpPr>
        <p:spPr>
          <a:xfrm rot="-2700000">
            <a:off x="6851125" y="1596186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6" name="Google Shape;1856;p36"/>
          <p:cNvSpPr/>
          <p:nvPr/>
        </p:nvSpPr>
        <p:spPr>
          <a:xfrm rot="-2700000">
            <a:off x="6836135" y="1710917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7" name="Google Shape;1857;p36"/>
          <p:cNvSpPr/>
          <p:nvPr/>
        </p:nvSpPr>
        <p:spPr>
          <a:xfrm rot="-2700000">
            <a:off x="6944096" y="1785410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8" name="Google Shape;1858;p36"/>
          <p:cNvSpPr/>
          <p:nvPr/>
        </p:nvSpPr>
        <p:spPr>
          <a:xfrm rot="-2700000">
            <a:off x="6973893" y="1885346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9" name="Google Shape;1859;p36"/>
          <p:cNvSpPr/>
          <p:nvPr/>
        </p:nvSpPr>
        <p:spPr>
          <a:xfrm rot="-2700000">
            <a:off x="6510610" y="160891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0" name="Google Shape;1860;p36"/>
          <p:cNvSpPr/>
          <p:nvPr/>
        </p:nvSpPr>
        <p:spPr>
          <a:xfrm rot="-2700000">
            <a:off x="6582446" y="160891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1" name="Google Shape;1861;p36"/>
          <p:cNvSpPr/>
          <p:nvPr/>
        </p:nvSpPr>
        <p:spPr>
          <a:xfrm rot="-2700000">
            <a:off x="6613840" y="1505684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2" name="Google Shape;1862;p36"/>
          <p:cNvSpPr/>
          <p:nvPr/>
        </p:nvSpPr>
        <p:spPr>
          <a:xfrm rot="-2700000">
            <a:off x="6811102" y="1655537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3" name="Google Shape;1863;p36"/>
          <p:cNvSpPr/>
          <p:nvPr/>
        </p:nvSpPr>
        <p:spPr>
          <a:xfrm rot="-2700000">
            <a:off x="6662947" y="160891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4" name="Google Shape;1864;p36"/>
          <p:cNvSpPr/>
          <p:nvPr/>
        </p:nvSpPr>
        <p:spPr>
          <a:xfrm rot="-2700000">
            <a:off x="6734784" y="160891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5" name="Google Shape;1865;p36"/>
          <p:cNvSpPr/>
          <p:nvPr/>
        </p:nvSpPr>
        <p:spPr>
          <a:xfrm>
            <a:off x="5992750" y="178186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6" name="Google Shape;1866;p36"/>
          <p:cNvSpPr/>
          <p:nvPr/>
        </p:nvSpPr>
        <p:spPr>
          <a:xfrm>
            <a:off x="5845375" y="182442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Google Shape;1867;p36"/>
          <p:cNvSpPr/>
          <p:nvPr/>
        </p:nvSpPr>
        <p:spPr>
          <a:xfrm>
            <a:off x="5953093" y="193214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8" name="Google Shape;1868;p36"/>
          <p:cNvSpPr/>
          <p:nvPr/>
        </p:nvSpPr>
        <p:spPr>
          <a:xfrm>
            <a:off x="6288800" y="289798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9" name="Google Shape;1869;p36"/>
          <p:cNvSpPr/>
          <p:nvPr/>
        </p:nvSpPr>
        <p:spPr>
          <a:xfrm>
            <a:off x="6664100" y="209416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0" name="Google Shape;1870;p36"/>
          <p:cNvSpPr/>
          <p:nvPr/>
        </p:nvSpPr>
        <p:spPr>
          <a:xfrm>
            <a:off x="6664100" y="200011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1" name="Google Shape;1871;p36"/>
          <p:cNvSpPr/>
          <p:nvPr/>
        </p:nvSpPr>
        <p:spPr>
          <a:xfrm>
            <a:off x="6751893" y="201972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2" name="Google Shape;1872;p36"/>
          <p:cNvSpPr/>
          <p:nvPr/>
        </p:nvSpPr>
        <p:spPr>
          <a:xfrm>
            <a:off x="6578506" y="193978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3" name="Google Shape;1873;p36"/>
          <p:cNvSpPr/>
          <p:nvPr/>
        </p:nvSpPr>
        <p:spPr>
          <a:xfrm>
            <a:off x="6639168" y="183553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4" name="Google Shape;1874;p36"/>
          <p:cNvSpPr/>
          <p:nvPr/>
        </p:nvSpPr>
        <p:spPr>
          <a:xfrm>
            <a:off x="6713696" y="190605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5" name="Google Shape;1875;p36"/>
          <p:cNvSpPr/>
          <p:nvPr/>
        </p:nvSpPr>
        <p:spPr>
          <a:xfrm>
            <a:off x="6801490" y="183616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6" name="Google Shape;1876;p36"/>
          <p:cNvSpPr/>
          <p:nvPr/>
        </p:nvSpPr>
        <p:spPr>
          <a:xfrm>
            <a:off x="6544902" y="208303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7" name="Google Shape;1877;p36"/>
          <p:cNvSpPr/>
          <p:nvPr/>
        </p:nvSpPr>
        <p:spPr>
          <a:xfrm>
            <a:off x="6568567" y="194388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8" name="Google Shape;1878;p36"/>
          <p:cNvSpPr/>
          <p:nvPr/>
        </p:nvSpPr>
        <p:spPr>
          <a:xfrm>
            <a:off x="6771819" y="210783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9" name="Google Shape;1879;p36"/>
          <p:cNvSpPr/>
          <p:nvPr/>
        </p:nvSpPr>
        <p:spPr>
          <a:xfrm>
            <a:off x="6686225" y="204749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0" name="Google Shape;1880;p36"/>
          <p:cNvSpPr/>
          <p:nvPr/>
        </p:nvSpPr>
        <p:spPr>
          <a:xfrm>
            <a:off x="6746887" y="194324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1" name="Google Shape;1881;p36"/>
          <p:cNvSpPr/>
          <p:nvPr/>
        </p:nvSpPr>
        <p:spPr>
          <a:xfrm>
            <a:off x="6821415" y="201377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2" name="Google Shape;1882;p36"/>
          <p:cNvSpPr/>
          <p:nvPr/>
        </p:nvSpPr>
        <p:spPr>
          <a:xfrm>
            <a:off x="6676285" y="205160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3" name="Google Shape;1883;p36"/>
          <p:cNvSpPr/>
          <p:nvPr/>
        </p:nvSpPr>
        <p:spPr>
          <a:xfrm>
            <a:off x="7075785" y="199278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4" name="Google Shape;1884;p36"/>
          <p:cNvSpPr/>
          <p:nvPr/>
        </p:nvSpPr>
        <p:spPr>
          <a:xfrm>
            <a:off x="7075785" y="189873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5" name="Google Shape;1885;p36"/>
          <p:cNvSpPr/>
          <p:nvPr/>
        </p:nvSpPr>
        <p:spPr>
          <a:xfrm>
            <a:off x="7163578" y="191834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6" name="Google Shape;1886;p36"/>
          <p:cNvSpPr/>
          <p:nvPr/>
        </p:nvSpPr>
        <p:spPr>
          <a:xfrm>
            <a:off x="6990191" y="183839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7" name="Google Shape;1887;p36"/>
          <p:cNvSpPr/>
          <p:nvPr/>
        </p:nvSpPr>
        <p:spPr>
          <a:xfrm>
            <a:off x="7050853" y="173414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8" name="Google Shape;1888;p36"/>
          <p:cNvSpPr/>
          <p:nvPr/>
        </p:nvSpPr>
        <p:spPr>
          <a:xfrm>
            <a:off x="7125381" y="180467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9" name="Google Shape;1889;p36"/>
          <p:cNvSpPr/>
          <p:nvPr/>
        </p:nvSpPr>
        <p:spPr>
          <a:xfrm>
            <a:off x="7213175" y="173478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0" name="Google Shape;1890;p36"/>
          <p:cNvSpPr/>
          <p:nvPr/>
        </p:nvSpPr>
        <p:spPr>
          <a:xfrm>
            <a:off x="6956587" y="198165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1" name="Google Shape;1891;p36"/>
          <p:cNvSpPr/>
          <p:nvPr/>
        </p:nvSpPr>
        <p:spPr>
          <a:xfrm>
            <a:off x="6980252" y="184250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2" name="Google Shape;1892;p36"/>
          <p:cNvSpPr/>
          <p:nvPr/>
        </p:nvSpPr>
        <p:spPr>
          <a:xfrm>
            <a:off x="7183503" y="200644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3" name="Google Shape;1893;p36"/>
          <p:cNvSpPr/>
          <p:nvPr/>
        </p:nvSpPr>
        <p:spPr>
          <a:xfrm>
            <a:off x="7097910" y="194611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4" name="Google Shape;1894;p36"/>
          <p:cNvSpPr/>
          <p:nvPr/>
        </p:nvSpPr>
        <p:spPr>
          <a:xfrm>
            <a:off x="7158572" y="184186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5" name="Google Shape;1895;p36"/>
          <p:cNvSpPr/>
          <p:nvPr/>
        </p:nvSpPr>
        <p:spPr>
          <a:xfrm>
            <a:off x="7233100" y="191239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6" name="Google Shape;1896;p36"/>
          <p:cNvSpPr/>
          <p:nvPr/>
        </p:nvSpPr>
        <p:spPr>
          <a:xfrm>
            <a:off x="7087970" y="195022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7" name="Google Shape;1897;p36"/>
          <p:cNvSpPr/>
          <p:nvPr/>
        </p:nvSpPr>
        <p:spPr>
          <a:xfrm>
            <a:off x="5612342" y="165555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8" name="Google Shape;1898;p36"/>
          <p:cNvSpPr/>
          <p:nvPr/>
        </p:nvSpPr>
        <p:spPr>
          <a:xfrm>
            <a:off x="5622856" y="185102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9" name="Google Shape;1899;p36"/>
          <p:cNvSpPr/>
          <p:nvPr/>
        </p:nvSpPr>
        <p:spPr>
          <a:xfrm>
            <a:off x="6323381" y="282175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00" name="Google Shape;190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1675" y="1129138"/>
            <a:ext cx="2063126" cy="2002874"/>
          </a:xfrm>
          <a:prstGeom prst="rect">
            <a:avLst/>
          </a:prstGeom>
          <a:noFill/>
          <a:ln>
            <a:noFill/>
          </a:ln>
        </p:spPr>
      </p:pic>
      <p:sp>
        <p:nvSpPr>
          <p:cNvPr id="1901" name="Google Shape;1901;p36"/>
          <p:cNvSpPr/>
          <p:nvPr/>
        </p:nvSpPr>
        <p:spPr>
          <a:xfrm>
            <a:off x="9077630" y="159094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2" name="Google Shape;1902;p36"/>
          <p:cNvSpPr/>
          <p:nvPr/>
        </p:nvSpPr>
        <p:spPr>
          <a:xfrm>
            <a:off x="9128427" y="164173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3" name="Google Shape;1903;p36"/>
          <p:cNvSpPr/>
          <p:nvPr/>
        </p:nvSpPr>
        <p:spPr>
          <a:xfrm>
            <a:off x="9223620" y="159094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4" name="Google Shape;1904;p36"/>
          <p:cNvSpPr/>
          <p:nvPr/>
        </p:nvSpPr>
        <p:spPr>
          <a:xfrm>
            <a:off x="9257142" y="183638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5" name="Google Shape;1905;p36"/>
          <p:cNvSpPr/>
          <p:nvPr/>
        </p:nvSpPr>
        <p:spPr>
          <a:xfrm>
            <a:off x="9343403" y="181159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6" name="Google Shape;1906;p36"/>
          <p:cNvSpPr/>
          <p:nvPr/>
        </p:nvSpPr>
        <p:spPr>
          <a:xfrm>
            <a:off x="9367067" y="167244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7" name="Google Shape;1907;p36"/>
          <p:cNvSpPr/>
          <p:nvPr/>
        </p:nvSpPr>
        <p:spPr>
          <a:xfrm>
            <a:off x="9435129" y="19304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8" name="Google Shape;1908;p36"/>
          <p:cNvSpPr/>
          <p:nvPr/>
        </p:nvSpPr>
        <p:spPr>
          <a:xfrm>
            <a:off x="9343403" y="200096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9" name="Google Shape;1909;p36"/>
          <p:cNvSpPr/>
          <p:nvPr/>
        </p:nvSpPr>
        <p:spPr>
          <a:xfrm>
            <a:off x="9367067" y="212998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0" name="Google Shape;1910;p36"/>
          <p:cNvSpPr/>
          <p:nvPr/>
        </p:nvSpPr>
        <p:spPr>
          <a:xfrm>
            <a:off x="8537627" y="173347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1" name="Google Shape;1911;p36"/>
          <p:cNvSpPr/>
          <p:nvPr/>
        </p:nvSpPr>
        <p:spPr>
          <a:xfrm>
            <a:off x="9317471" y="222171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2" name="Google Shape;1912;p36"/>
          <p:cNvSpPr/>
          <p:nvPr/>
        </p:nvSpPr>
        <p:spPr>
          <a:xfrm>
            <a:off x="8099273" y="177741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3" name="Google Shape;1913;p36"/>
          <p:cNvSpPr/>
          <p:nvPr/>
        </p:nvSpPr>
        <p:spPr>
          <a:xfrm>
            <a:off x="8135271" y="170688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4" name="Google Shape;1914;p36"/>
          <p:cNvSpPr/>
          <p:nvPr/>
        </p:nvSpPr>
        <p:spPr>
          <a:xfrm>
            <a:off x="8135271" y="161283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5" name="Google Shape;1915;p36"/>
          <p:cNvSpPr/>
          <p:nvPr/>
        </p:nvSpPr>
        <p:spPr>
          <a:xfrm>
            <a:off x="8223064" y="163244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6" name="Google Shape;1916;p36"/>
          <p:cNvSpPr/>
          <p:nvPr/>
        </p:nvSpPr>
        <p:spPr>
          <a:xfrm>
            <a:off x="8049677" y="155250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7" name="Google Shape;1917;p36"/>
          <p:cNvSpPr/>
          <p:nvPr/>
        </p:nvSpPr>
        <p:spPr>
          <a:xfrm>
            <a:off x="8110339" y="144825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8" name="Google Shape;1918;p36"/>
          <p:cNvSpPr/>
          <p:nvPr/>
        </p:nvSpPr>
        <p:spPr>
          <a:xfrm>
            <a:off x="8184867" y="151877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9" name="Google Shape;1919;p36"/>
          <p:cNvSpPr/>
          <p:nvPr/>
        </p:nvSpPr>
        <p:spPr>
          <a:xfrm>
            <a:off x="8272661" y="144888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0" name="Google Shape;1920;p36"/>
          <p:cNvSpPr/>
          <p:nvPr/>
        </p:nvSpPr>
        <p:spPr>
          <a:xfrm>
            <a:off x="8335789" y="151877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1" name="Google Shape;1921;p36"/>
          <p:cNvSpPr/>
          <p:nvPr/>
        </p:nvSpPr>
        <p:spPr>
          <a:xfrm>
            <a:off x="9185349" y="169866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2" name="Google Shape;1922;p36"/>
          <p:cNvSpPr/>
          <p:nvPr/>
        </p:nvSpPr>
        <p:spPr>
          <a:xfrm>
            <a:off x="9236145" y="174945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3" name="Google Shape;1923;p36"/>
          <p:cNvSpPr/>
          <p:nvPr/>
        </p:nvSpPr>
        <p:spPr>
          <a:xfrm>
            <a:off x="9331338" y="169866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4" name="Google Shape;1924;p36"/>
          <p:cNvSpPr/>
          <p:nvPr/>
        </p:nvSpPr>
        <p:spPr>
          <a:xfrm>
            <a:off x="9364861" y="194410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5" name="Google Shape;1925;p36"/>
          <p:cNvSpPr/>
          <p:nvPr/>
        </p:nvSpPr>
        <p:spPr>
          <a:xfrm>
            <a:off x="8016073" y="169575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6" name="Google Shape;1926;p36"/>
          <p:cNvSpPr/>
          <p:nvPr/>
        </p:nvSpPr>
        <p:spPr>
          <a:xfrm>
            <a:off x="8039738" y="15566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7" name="Google Shape;1927;p36"/>
          <p:cNvSpPr/>
          <p:nvPr/>
        </p:nvSpPr>
        <p:spPr>
          <a:xfrm>
            <a:off x="8504023" y="177731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8" name="Google Shape;1928;p36"/>
          <p:cNvSpPr/>
          <p:nvPr/>
        </p:nvSpPr>
        <p:spPr>
          <a:xfrm>
            <a:off x="8527688" y="190632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9" name="Google Shape;1929;p36"/>
          <p:cNvSpPr/>
          <p:nvPr/>
        </p:nvSpPr>
        <p:spPr>
          <a:xfrm>
            <a:off x="8645346" y="184119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0" name="Google Shape;1930;p36"/>
          <p:cNvSpPr/>
          <p:nvPr/>
        </p:nvSpPr>
        <p:spPr>
          <a:xfrm>
            <a:off x="8478092" y="199806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1" name="Google Shape;1931;p36"/>
          <p:cNvSpPr/>
          <p:nvPr/>
        </p:nvSpPr>
        <p:spPr>
          <a:xfrm>
            <a:off x="8694943" y="177731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2" name="Google Shape;1932;p36"/>
          <p:cNvSpPr/>
          <p:nvPr/>
        </p:nvSpPr>
        <p:spPr>
          <a:xfrm>
            <a:off x="8242990" y="181460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3" name="Google Shape;1933;p36"/>
          <p:cNvSpPr/>
          <p:nvPr/>
        </p:nvSpPr>
        <p:spPr>
          <a:xfrm>
            <a:off x="8242990" y="172055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4" name="Google Shape;1934;p36"/>
          <p:cNvSpPr/>
          <p:nvPr/>
        </p:nvSpPr>
        <p:spPr>
          <a:xfrm>
            <a:off x="8330783" y="174016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5" name="Google Shape;1935;p36"/>
          <p:cNvSpPr/>
          <p:nvPr/>
        </p:nvSpPr>
        <p:spPr>
          <a:xfrm>
            <a:off x="8157396" y="166021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6" name="Google Shape;1936;p36"/>
          <p:cNvSpPr/>
          <p:nvPr/>
        </p:nvSpPr>
        <p:spPr>
          <a:xfrm>
            <a:off x="8218058" y="155596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7" name="Google Shape;1937;p36"/>
          <p:cNvSpPr/>
          <p:nvPr/>
        </p:nvSpPr>
        <p:spPr>
          <a:xfrm>
            <a:off x="8292586" y="162649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8" name="Google Shape;1938;p36"/>
          <p:cNvSpPr/>
          <p:nvPr/>
        </p:nvSpPr>
        <p:spPr>
          <a:xfrm>
            <a:off x="8380380" y="155660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9" name="Google Shape;1939;p36"/>
          <p:cNvSpPr/>
          <p:nvPr/>
        </p:nvSpPr>
        <p:spPr>
          <a:xfrm>
            <a:off x="8443508" y="162649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0" name="Google Shape;1940;p36"/>
          <p:cNvSpPr/>
          <p:nvPr/>
        </p:nvSpPr>
        <p:spPr>
          <a:xfrm>
            <a:off x="9293068" y="180637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1" name="Google Shape;1941;p36"/>
          <p:cNvSpPr/>
          <p:nvPr/>
        </p:nvSpPr>
        <p:spPr>
          <a:xfrm>
            <a:off x="9343864" y="185717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2" name="Google Shape;1942;p36"/>
          <p:cNvSpPr/>
          <p:nvPr/>
        </p:nvSpPr>
        <p:spPr>
          <a:xfrm>
            <a:off x="8004009" y="158282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3" name="Google Shape;1943;p36"/>
          <p:cNvSpPr/>
          <p:nvPr/>
        </p:nvSpPr>
        <p:spPr>
          <a:xfrm>
            <a:off x="8525482" y="172045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4" name="Google Shape;1944;p36"/>
          <p:cNvSpPr/>
          <p:nvPr/>
        </p:nvSpPr>
        <p:spPr>
          <a:xfrm>
            <a:off x="8123792" y="180347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5" name="Google Shape;1945;p36"/>
          <p:cNvSpPr/>
          <p:nvPr/>
        </p:nvSpPr>
        <p:spPr>
          <a:xfrm>
            <a:off x="8147457" y="166432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6" name="Google Shape;1946;p36"/>
          <p:cNvSpPr/>
          <p:nvPr/>
        </p:nvSpPr>
        <p:spPr>
          <a:xfrm>
            <a:off x="8703469" y="181450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7" name="Google Shape;1947;p36"/>
          <p:cNvSpPr/>
          <p:nvPr/>
        </p:nvSpPr>
        <p:spPr>
          <a:xfrm>
            <a:off x="8611742" y="188503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8" name="Google Shape;1948;p36"/>
          <p:cNvSpPr/>
          <p:nvPr/>
        </p:nvSpPr>
        <p:spPr>
          <a:xfrm>
            <a:off x="8635407" y="201404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9" name="Google Shape;1949;p36"/>
          <p:cNvSpPr/>
          <p:nvPr/>
        </p:nvSpPr>
        <p:spPr>
          <a:xfrm>
            <a:off x="8753065" y="194891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0" name="Google Shape;1950;p36"/>
          <p:cNvSpPr/>
          <p:nvPr/>
        </p:nvSpPr>
        <p:spPr>
          <a:xfrm>
            <a:off x="8585811" y="210578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1" name="Google Shape;1951;p36"/>
          <p:cNvSpPr/>
          <p:nvPr/>
        </p:nvSpPr>
        <p:spPr>
          <a:xfrm>
            <a:off x="8802661" y="188503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2" name="Google Shape;1952;p36"/>
          <p:cNvSpPr/>
          <p:nvPr/>
        </p:nvSpPr>
        <p:spPr>
          <a:xfrm>
            <a:off x="8838659" y="181450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3" name="Google Shape;1953;p36"/>
          <p:cNvSpPr/>
          <p:nvPr/>
        </p:nvSpPr>
        <p:spPr>
          <a:xfrm>
            <a:off x="8838659" y="172045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4" name="Google Shape;1954;p36"/>
          <p:cNvSpPr/>
          <p:nvPr/>
        </p:nvSpPr>
        <p:spPr>
          <a:xfrm>
            <a:off x="8926452" y="174006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5" name="Google Shape;1955;p36"/>
          <p:cNvSpPr/>
          <p:nvPr/>
        </p:nvSpPr>
        <p:spPr>
          <a:xfrm>
            <a:off x="8265115" y="176793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6" name="Google Shape;1956;p36"/>
          <p:cNvSpPr/>
          <p:nvPr/>
        </p:nvSpPr>
        <p:spPr>
          <a:xfrm>
            <a:off x="8325777" y="166368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7" name="Google Shape;1957;p36"/>
          <p:cNvSpPr/>
          <p:nvPr/>
        </p:nvSpPr>
        <p:spPr>
          <a:xfrm>
            <a:off x="8400305" y="173421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8" name="Google Shape;1958;p36"/>
          <p:cNvSpPr/>
          <p:nvPr/>
        </p:nvSpPr>
        <p:spPr>
          <a:xfrm>
            <a:off x="8488098" y="166432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9" name="Google Shape;1959;p36"/>
          <p:cNvSpPr/>
          <p:nvPr/>
        </p:nvSpPr>
        <p:spPr>
          <a:xfrm>
            <a:off x="8551227" y="173421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0" name="Google Shape;1960;p36"/>
          <p:cNvSpPr/>
          <p:nvPr/>
        </p:nvSpPr>
        <p:spPr>
          <a:xfrm>
            <a:off x="8462435" y="213154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1" name="Google Shape;1961;p36"/>
          <p:cNvSpPr/>
          <p:nvPr/>
        </p:nvSpPr>
        <p:spPr>
          <a:xfrm>
            <a:off x="8513232" y="218234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2" name="Google Shape;1962;p36"/>
          <p:cNvSpPr/>
          <p:nvPr/>
        </p:nvSpPr>
        <p:spPr>
          <a:xfrm>
            <a:off x="8608425" y="213154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3" name="Google Shape;1963;p36"/>
          <p:cNvSpPr/>
          <p:nvPr/>
        </p:nvSpPr>
        <p:spPr>
          <a:xfrm>
            <a:off x="8641947" y="237699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4" name="Google Shape;1964;p36"/>
          <p:cNvSpPr/>
          <p:nvPr/>
        </p:nvSpPr>
        <p:spPr>
          <a:xfrm>
            <a:off x="8728208" y="235219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5" name="Google Shape;1965;p36"/>
          <p:cNvSpPr/>
          <p:nvPr/>
        </p:nvSpPr>
        <p:spPr>
          <a:xfrm>
            <a:off x="8751873" y="221304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6" name="Google Shape;1966;p36"/>
          <p:cNvSpPr/>
          <p:nvPr/>
        </p:nvSpPr>
        <p:spPr>
          <a:xfrm>
            <a:off x="8819934" y="247104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7" name="Google Shape;1967;p36"/>
          <p:cNvSpPr/>
          <p:nvPr/>
        </p:nvSpPr>
        <p:spPr>
          <a:xfrm>
            <a:off x="8728208" y="254157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8" name="Google Shape;1968;p36"/>
          <p:cNvSpPr/>
          <p:nvPr/>
        </p:nvSpPr>
        <p:spPr>
          <a:xfrm>
            <a:off x="8751873" y="267058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9" name="Google Shape;1969;p36"/>
          <p:cNvSpPr/>
          <p:nvPr/>
        </p:nvSpPr>
        <p:spPr>
          <a:xfrm>
            <a:off x="8869531" y="260545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0" name="Google Shape;1970;p36"/>
          <p:cNvSpPr/>
          <p:nvPr/>
        </p:nvSpPr>
        <p:spPr>
          <a:xfrm>
            <a:off x="8702276" y="276232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1" name="Google Shape;1971;p36"/>
          <p:cNvSpPr/>
          <p:nvPr/>
        </p:nvSpPr>
        <p:spPr>
          <a:xfrm>
            <a:off x="8919127" y="254157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2" name="Google Shape;1972;p36"/>
          <p:cNvSpPr/>
          <p:nvPr/>
        </p:nvSpPr>
        <p:spPr>
          <a:xfrm>
            <a:off x="8955124" y="247104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3" name="Google Shape;1973;p36"/>
          <p:cNvSpPr/>
          <p:nvPr/>
        </p:nvSpPr>
        <p:spPr>
          <a:xfrm>
            <a:off x="8955124" y="237699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4" name="Google Shape;1974;p36"/>
          <p:cNvSpPr/>
          <p:nvPr/>
        </p:nvSpPr>
        <p:spPr>
          <a:xfrm>
            <a:off x="9042918" y="239660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5" name="Google Shape;1975;p36"/>
          <p:cNvSpPr/>
          <p:nvPr/>
        </p:nvSpPr>
        <p:spPr>
          <a:xfrm>
            <a:off x="8869531" y="231666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6" name="Google Shape;1976;p36"/>
          <p:cNvSpPr/>
          <p:nvPr/>
        </p:nvSpPr>
        <p:spPr>
          <a:xfrm>
            <a:off x="8930193" y="221241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7" name="Google Shape;1977;p36"/>
          <p:cNvSpPr/>
          <p:nvPr/>
        </p:nvSpPr>
        <p:spPr>
          <a:xfrm>
            <a:off x="9004721" y="22829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8" name="Google Shape;1978;p36"/>
          <p:cNvSpPr/>
          <p:nvPr/>
        </p:nvSpPr>
        <p:spPr>
          <a:xfrm>
            <a:off x="9092514" y="221304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9" name="Google Shape;1979;p36"/>
          <p:cNvSpPr/>
          <p:nvPr/>
        </p:nvSpPr>
        <p:spPr>
          <a:xfrm>
            <a:off x="9155643" y="22829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0" name="Google Shape;1980;p36"/>
          <p:cNvSpPr/>
          <p:nvPr/>
        </p:nvSpPr>
        <p:spPr>
          <a:xfrm rot="-2700000">
            <a:off x="8620697" y="159908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1" name="Google Shape;1981;p36"/>
          <p:cNvSpPr/>
          <p:nvPr/>
        </p:nvSpPr>
        <p:spPr>
          <a:xfrm rot="-2700000">
            <a:off x="8692534" y="159908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2" name="Google Shape;1982;p36"/>
          <p:cNvSpPr/>
          <p:nvPr/>
        </p:nvSpPr>
        <p:spPr>
          <a:xfrm rot="-2700000">
            <a:off x="8723927" y="1495859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3" name="Google Shape;1983;p36"/>
          <p:cNvSpPr/>
          <p:nvPr/>
        </p:nvSpPr>
        <p:spPr>
          <a:xfrm rot="-2700000">
            <a:off x="8921190" y="1645712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4" name="Google Shape;1984;p36"/>
          <p:cNvSpPr/>
          <p:nvPr/>
        </p:nvSpPr>
        <p:spPr>
          <a:xfrm rot="-2700000">
            <a:off x="8964650" y="1567182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5" name="Google Shape;1985;p36"/>
          <p:cNvSpPr/>
          <p:nvPr/>
        </p:nvSpPr>
        <p:spPr>
          <a:xfrm rot="-2700000">
            <a:off x="8882991" y="1452057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6" name="Google Shape;1986;p36"/>
          <p:cNvSpPr/>
          <p:nvPr/>
        </p:nvSpPr>
        <p:spPr>
          <a:xfrm rot="-2700000">
            <a:off x="9113550" y="1586361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7" name="Google Shape;1987;p36"/>
          <p:cNvSpPr/>
          <p:nvPr/>
        </p:nvSpPr>
        <p:spPr>
          <a:xfrm rot="-2700000">
            <a:off x="9098560" y="1701092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8" name="Google Shape;1988;p36"/>
          <p:cNvSpPr/>
          <p:nvPr/>
        </p:nvSpPr>
        <p:spPr>
          <a:xfrm rot="-2700000">
            <a:off x="9206521" y="1775585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9" name="Google Shape;1989;p36"/>
          <p:cNvSpPr/>
          <p:nvPr/>
        </p:nvSpPr>
        <p:spPr>
          <a:xfrm rot="-2700000">
            <a:off x="9236318" y="1875521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0" name="Google Shape;1990;p36"/>
          <p:cNvSpPr/>
          <p:nvPr/>
        </p:nvSpPr>
        <p:spPr>
          <a:xfrm rot="-2700000">
            <a:off x="8773035" y="159908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1" name="Google Shape;1991;p36"/>
          <p:cNvSpPr/>
          <p:nvPr/>
        </p:nvSpPr>
        <p:spPr>
          <a:xfrm rot="-2700000">
            <a:off x="8844871" y="159908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2" name="Google Shape;1992;p36"/>
          <p:cNvSpPr/>
          <p:nvPr/>
        </p:nvSpPr>
        <p:spPr>
          <a:xfrm rot="-2700000">
            <a:off x="8876265" y="1495859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3" name="Google Shape;1993;p36"/>
          <p:cNvSpPr/>
          <p:nvPr/>
        </p:nvSpPr>
        <p:spPr>
          <a:xfrm rot="-2700000">
            <a:off x="9073527" y="1645712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4" name="Google Shape;1994;p36"/>
          <p:cNvSpPr/>
          <p:nvPr/>
        </p:nvSpPr>
        <p:spPr>
          <a:xfrm rot="-2700000">
            <a:off x="8925372" y="159908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5" name="Google Shape;1995;p36"/>
          <p:cNvSpPr/>
          <p:nvPr/>
        </p:nvSpPr>
        <p:spPr>
          <a:xfrm rot="-2700000">
            <a:off x="8997209" y="159908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6" name="Google Shape;1996;p36"/>
          <p:cNvSpPr/>
          <p:nvPr/>
        </p:nvSpPr>
        <p:spPr>
          <a:xfrm>
            <a:off x="8255175" y="177204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7" name="Google Shape;1997;p36"/>
          <p:cNvSpPr/>
          <p:nvPr/>
        </p:nvSpPr>
        <p:spPr>
          <a:xfrm>
            <a:off x="8107800" y="181460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8" name="Google Shape;1998;p36"/>
          <p:cNvSpPr/>
          <p:nvPr/>
        </p:nvSpPr>
        <p:spPr>
          <a:xfrm>
            <a:off x="8215518" y="192232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9" name="Google Shape;1999;p36"/>
          <p:cNvSpPr/>
          <p:nvPr/>
        </p:nvSpPr>
        <p:spPr>
          <a:xfrm>
            <a:off x="8551225" y="288816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0" name="Google Shape;2000;p36"/>
          <p:cNvSpPr/>
          <p:nvPr/>
        </p:nvSpPr>
        <p:spPr>
          <a:xfrm>
            <a:off x="8926525" y="20843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1" name="Google Shape;2001;p36"/>
          <p:cNvSpPr/>
          <p:nvPr/>
        </p:nvSpPr>
        <p:spPr>
          <a:xfrm>
            <a:off x="8926525" y="199028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2" name="Google Shape;2002;p36"/>
          <p:cNvSpPr/>
          <p:nvPr/>
        </p:nvSpPr>
        <p:spPr>
          <a:xfrm>
            <a:off x="9014318" y="200989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3" name="Google Shape;2003;p36"/>
          <p:cNvSpPr/>
          <p:nvPr/>
        </p:nvSpPr>
        <p:spPr>
          <a:xfrm>
            <a:off x="8840931" y="192995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4" name="Google Shape;2004;p36"/>
          <p:cNvSpPr/>
          <p:nvPr/>
        </p:nvSpPr>
        <p:spPr>
          <a:xfrm>
            <a:off x="8901593" y="18257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5" name="Google Shape;2005;p36"/>
          <p:cNvSpPr/>
          <p:nvPr/>
        </p:nvSpPr>
        <p:spPr>
          <a:xfrm>
            <a:off x="8976121" y="189623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6" name="Google Shape;2006;p36"/>
          <p:cNvSpPr/>
          <p:nvPr/>
        </p:nvSpPr>
        <p:spPr>
          <a:xfrm>
            <a:off x="9063915" y="18263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7" name="Google Shape;2007;p36"/>
          <p:cNvSpPr/>
          <p:nvPr/>
        </p:nvSpPr>
        <p:spPr>
          <a:xfrm>
            <a:off x="8807327" y="207320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8" name="Google Shape;2008;p36"/>
          <p:cNvSpPr/>
          <p:nvPr/>
        </p:nvSpPr>
        <p:spPr>
          <a:xfrm>
            <a:off x="8830992" y="193406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9" name="Google Shape;2009;p36"/>
          <p:cNvSpPr/>
          <p:nvPr/>
        </p:nvSpPr>
        <p:spPr>
          <a:xfrm>
            <a:off x="9034244" y="20980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0" name="Google Shape;2010;p36"/>
          <p:cNvSpPr/>
          <p:nvPr/>
        </p:nvSpPr>
        <p:spPr>
          <a:xfrm>
            <a:off x="8948650" y="203767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1" name="Google Shape;2011;p36"/>
          <p:cNvSpPr/>
          <p:nvPr/>
        </p:nvSpPr>
        <p:spPr>
          <a:xfrm>
            <a:off x="9009312" y="193342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2" name="Google Shape;2012;p36"/>
          <p:cNvSpPr/>
          <p:nvPr/>
        </p:nvSpPr>
        <p:spPr>
          <a:xfrm>
            <a:off x="9083840" y="200395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3" name="Google Shape;2013;p36"/>
          <p:cNvSpPr/>
          <p:nvPr/>
        </p:nvSpPr>
        <p:spPr>
          <a:xfrm>
            <a:off x="8938710" y="204177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4" name="Google Shape;2014;p36"/>
          <p:cNvSpPr/>
          <p:nvPr/>
        </p:nvSpPr>
        <p:spPr>
          <a:xfrm>
            <a:off x="9338210" y="198295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5" name="Google Shape;2015;p36"/>
          <p:cNvSpPr/>
          <p:nvPr/>
        </p:nvSpPr>
        <p:spPr>
          <a:xfrm>
            <a:off x="9338210" y="188890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6" name="Google Shape;2016;p36"/>
          <p:cNvSpPr/>
          <p:nvPr/>
        </p:nvSpPr>
        <p:spPr>
          <a:xfrm>
            <a:off x="9426003" y="190851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7" name="Google Shape;2017;p36"/>
          <p:cNvSpPr/>
          <p:nvPr/>
        </p:nvSpPr>
        <p:spPr>
          <a:xfrm>
            <a:off x="9252616" y="182857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8" name="Google Shape;2018;p36"/>
          <p:cNvSpPr/>
          <p:nvPr/>
        </p:nvSpPr>
        <p:spPr>
          <a:xfrm>
            <a:off x="9313278" y="172432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9" name="Google Shape;2019;p36"/>
          <p:cNvSpPr/>
          <p:nvPr/>
        </p:nvSpPr>
        <p:spPr>
          <a:xfrm>
            <a:off x="9387806" y="179485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0" name="Google Shape;2020;p36"/>
          <p:cNvSpPr/>
          <p:nvPr/>
        </p:nvSpPr>
        <p:spPr>
          <a:xfrm>
            <a:off x="9475600" y="172495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1" name="Google Shape;2021;p36"/>
          <p:cNvSpPr/>
          <p:nvPr/>
        </p:nvSpPr>
        <p:spPr>
          <a:xfrm>
            <a:off x="9219012" y="197182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2" name="Google Shape;2022;p36"/>
          <p:cNvSpPr/>
          <p:nvPr/>
        </p:nvSpPr>
        <p:spPr>
          <a:xfrm>
            <a:off x="9242677" y="183267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3" name="Google Shape;2023;p36"/>
          <p:cNvSpPr/>
          <p:nvPr/>
        </p:nvSpPr>
        <p:spPr>
          <a:xfrm>
            <a:off x="9445928" y="199662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4" name="Google Shape;2024;p36"/>
          <p:cNvSpPr/>
          <p:nvPr/>
        </p:nvSpPr>
        <p:spPr>
          <a:xfrm>
            <a:off x="9360335" y="193629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5" name="Google Shape;2025;p36"/>
          <p:cNvSpPr/>
          <p:nvPr/>
        </p:nvSpPr>
        <p:spPr>
          <a:xfrm>
            <a:off x="9420997" y="183204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6" name="Google Shape;2026;p36"/>
          <p:cNvSpPr/>
          <p:nvPr/>
        </p:nvSpPr>
        <p:spPr>
          <a:xfrm>
            <a:off x="9495525" y="190256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7" name="Google Shape;2027;p36"/>
          <p:cNvSpPr/>
          <p:nvPr/>
        </p:nvSpPr>
        <p:spPr>
          <a:xfrm>
            <a:off x="9350395" y="194039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8" name="Google Shape;2028;p36"/>
          <p:cNvSpPr/>
          <p:nvPr/>
        </p:nvSpPr>
        <p:spPr>
          <a:xfrm>
            <a:off x="7874767" y="164572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9" name="Google Shape;2029;p36"/>
          <p:cNvSpPr/>
          <p:nvPr/>
        </p:nvSpPr>
        <p:spPr>
          <a:xfrm>
            <a:off x="7885281" y="184119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0" name="Google Shape;2030;p36"/>
          <p:cNvSpPr/>
          <p:nvPr/>
        </p:nvSpPr>
        <p:spPr>
          <a:xfrm>
            <a:off x="8585806" y="281193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31" name="Google Shape;203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08475" y="1138913"/>
            <a:ext cx="2063126" cy="2002874"/>
          </a:xfrm>
          <a:prstGeom prst="rect">
            <a:avLst/>
          </a:prstGeom>
          <a:noFill/>
          <a:ln>
            <a:noFill/>
          </a:ln>
        </p:spPr>
      </p:pic>
      <p:sp>
        <p:nvSpPr>
          <p:cNvPr id="2032" name="Google Shape;2032;p36"/>
          <p:cNvSpPr/>
          <p:nvPr/>
        </p:nvSpPr>
        <p:spPr>
          <a:xfrm>
            <a:off x="267480" y="160071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3" name="Google Shape;2033;p36"/>
          <p:cNvSpPr/>
          <p:nvPr/>
        </p:nvSpPr>
        <p:spPr>
          <a:xfrm>
            <a:off x="318277" y="165151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4" name="Google Shape;2034;p36"/>
          <p:cNvSpPr/>
          <p:nvPr/>
        </p:nvSpPr>
        <p:spPr>
          <a:xfrm>
            <a:off x="413470" y="160071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5" name="Google Shape;2035;p36"/>
          <p:cNvSpPr/>
          <p:nvPr/>
        </p:nvSpPr>
        <p:spPr>
          <a:xfrm>
            <a:off x="446992" y="184616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6" name="Google Shape;2036;p36"/>
          <p:cNvSpPr/>
          <p:nvPr/>
        </p:nvSpPr>
        <p:spPr>
          <a:xfrm>
            <a:off x="533253" y="182136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7" name="Google Shape;2037;p36"/>
          <p:cNvSpPr/>
          <p:nvPr/>
        </p:nvSpPr>
        <p:spPr>
          <a:xfrm>
            <a:off x="556917" y="168221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8" name="Google Shape;2038;p36"/>
          <p:cNvSpPr/>
          <p:nvPr/>
        </p:nvSpPr>
        <p:spPr>
          <a:xfrm>
            <a:off x="533253" y="201074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9" name="Google Shape;2039;p36"/>
          <p:cNvSpPr/>
          <p:nvPr/>
        </p:nvSpPr>
        <p:spPr>
          <a:xfrm>
            <a:off x="556917" y="213975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0" name="Google Shape;2040;p36"/>
          <p:cNvSpPr/>
          <p:nvPr/>
        </p:nvSpPr>
        <p:spPr>
          <a:xfrm>
            <a:off x="-272523" y="174324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1" name="Google Shape;2041;p36"/>
          <p:cNvSpPr/>
          <p:nvPr/>
        </p:nvSpPr>
        <p:spPr>
          <a:xfrm>
            <a:off x="507321" y="223149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2" name="Google Shape;2042;p36"/>
          <p:cNvSpPr/>
          <p:nvPr/>
        </p:nvSpPr>
        <p:spPr>
          <a:xfrm>
            <a:off x="-710877" y="178718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3" name="Google Shape;2043;p36"/>
          <p:cNvSpPr/>
          <p:nvPr/>
        </p:nvSpPr>
        <p:spPr>
          <a:xfrm>
            <a:off x="-674879" y="171665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4" name="Google Shape;2044;p36"/>
          <p:cNvSpPr/>
          <p:nvPr/>
        </p:nvSpPr>
        <p:spPr>
          <a:xfrm>
            <a:off x="-674879" y="162260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5" name="Google Shape;2045;p36"/>
          <p:cNvSpPr/>
          <p:nvPr/>
        </p:nvSpPr>
        <p:spPr>
          <a:xfrm>
            <a:off x="-587086" y="164221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6" name="Google Shape;2046;p36"/>
          <p:cNvSpPr/>
          <p:nvPr/>
        </p:nvSpPr>
        <p:spPr>
          <a:xfrm>
            <a:off x="-760473" y="156227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7" name="Google Shape;2047;p36"/>
          <p:cNvSpPr/>
          <p:nvPr/>
        </p:nvSpPr>
        <p:spPr>
          <a:xfrm>
            <a:off x="-699811" y="145802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8" name="Google Shape;2048;p36"/>
          <p:cNvSpPr/>
          <p:nvPr/>
        </p:nvSpPr>
        <p:spPr>
          <a:xfrm>
            <a:off x="-625283" y="152855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9" name="Google Shape;2049;p36"/>
          <p:cNvSpPr/>
          <p:nvPr/>
        </p:nvSpPr>
        <p:spPr>
          <a:xfrm>
            <a:off x="-537489" y="145865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0" name="Google Shape;2050;p36"/>
          <p:cNvSpPr/>
          <p:nvPr/>
        </p:nvSpPr>
        <p:spPr>
          <a:xfrm>
            <a:off x="-474361" y="152855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1" name="Google Shape;2051;p36"/>
          <p:cNvSpPr/>
          <p:nvPr/>
        </p:nvSpPr>
        <p:spPr>
          <a:xfrm>
            <a:off x="375199" y="170843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2" name="Google Shape;2052;p36"/>
          <p:cNvSpPr/>
          <p:nvPr/>
        </p:nvSpPr>
        <p:spPr>
          <a:xfrm>
            <a:off x="425995" y="175923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3" name="Google Shape;2053;p36"/>
          <p:cNvSpPr/>
          <p:nvPr/>
        </p:nvSpPr>
        <p:spPr>
          <a:xfrm>
            <a:off x="521188" y="170843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4" name="Google Shape;2054;p36"/>
          <p:cNvSpPr/>
          <p:nvPr/>
        </p:nvSpPr>
        <p:spPr>
          <a:xfrm>
            <a:off x="554711" y="195388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5" name="Google Shape;2055;p36"/>
          <p:cNvSpPr/>
          <p:nvPr/>
        </p:nvSpPr>
        <p:spPr>
          <a:xfrm>
            <a:off x="-306127" y="178708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6" name="Google Shape;2056;p36"/>
          <p:cNvSpPr/>
          <p:nvPr/>
        </p:nvSpPr>
        <p:spPr>
          <a:xfrm>
            <a:off x="-282462" y="191610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7" name="Google Shape;2057;p36"/>
          <p:cNvSpPr/>
          <p:nvPr/>
        </p:nvSpPr>
        <p:spPr>
          <a:xfrm>
            <a:off x="-164804" y="185096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8" name="Google Shape;2058;p36"/>
          <p:cNvSpPr/>
          <p:nvPr/>
        </p:nvSpPr>
        <p:spPr>
          <a:xfrm>
            <a:off x="-332058" y="200783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9" name="Google Shape;2059;p36"/>
          <p:cNvSpPr/>
          <p:nvPr/>
        </p:nvSpPr>
        <p:spPr>
          <a:xfrm>
            <a:off x="-115207" y="178708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0" name="Google Shape;2060;p36"/>
          <p:cNvSpPr/>
          <p:nvPr/>
        </p:nvSpPr>
        <p:spPr>
          <a:xfrm>
            <a:off x="-567160" y="182437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1" name="Google Shape;2061;p36"/>
          <p:cNvSpPr/>
          <p:nvPr/>
        </p:nvSpPr>
        <p:spPr>
          <a:xfrm>
            <a:off x="-567160" y="173032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2" name="Google Shape;2062;p36"/>
          <p:cNvSpPr/>
          <p:nvPr/>
        </p:nvSpPr>
        <p:spPr>
          <a:xfrm>
            <a:off x="-479367" y="174993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3" name="Google Shape;2063;p36"/>
          <p:cNvSpPr/>
          <p:nvPr/>
        </p:nvSpPr>
        <p:spPr>
          <a:xfrm>
            <a:off x="-652754" y="166999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4" name="Google Shape;2064;p36"/>
          <p:cNvSpPr/>
          <p:nvPr/>
        </p:nvSpPr>
        <p:spPr>
          <a:xfrm>
            <a:off x="-592092" y="156574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5" name="Google Shape;2065;p36"/>
          <p:cNvSpPr/>
          <p:nvPr/>
        </p:nvSpPr>
        <p:spPr>
          <a:xfrm>
            <a:off x="-517564" y="163627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6" name="Google Shape;2066;p36"/>
          <p:cNvSpPr/>
          <p:nvPr/>
        </p:nvSpPr>
        <p:spPr>
          <a:xfrm>
            <a:off x="-429770" y="156637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7" name="Google Shape;2067;p36"/>
          <p:cNvSpPr/>
          <p:nvPr/>
        </p:nvSpPr>
        <p:spPr>
          <a:xfrm>
            <a:off x="-366642" y="163627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8" name="Google Shape;2068;p36"/>
          <p:cNvSpPr/>
          <p:nvPr/>
        </p:nvSpPr>
        <p:spPr>
          <a:xfrm>
            <a:off x="482918" y="181615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9" name="Google Shape;2069;p36"/>
          <p:cNvSpPr/>
          <p:nvPr/>
        </p:nvSpPr>
        <p:spPr>
          <a:xfrm>
            <a:off x="533714" y="186694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0" name="Google Shape;2070;p36"/>
          <p:cNvSpPr/>
          <p:nvPr/>
        </p:nvSpPr>
        <p:spPr>
          <a:xfrm>
            <a:off x="-284668" y="173022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1" name="Google Shape;2071;p36"/>
          <p:cNvSpPr/>
          <p:nvPr/>
        </p:nvSpPr>
        <p:spPr>
          <a:xfrm>
            <a:off x="-686358" y="181324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2" name="Google Shape;2072;p36"/>
          <p:cNvSpPr/>
          <p:nvPr/>
        </p:nvSpPr>
        <p:spPr>
          <a:xfrm>
            <a:off x="-662693" y="167409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3" name="Google Shape;2073;p36"/>
          <p:cNvSpPr/>
          <p:nvPr/>
        </p:nvSpPr>
        <p:spPr>
          <a:xfrm>
            <a:off x="-106681" y="182428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4" name="Google Shape;2074;p36"/>
          <p:cNvSpPr/>
          <p:nvPr/>
        </p:nvSpPr>
        <p:spPr>
          <a:xfrm>
            <a:off x="-198408" y="189480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5" name="Google Shape;2075;p36"/>
          <p:cNvSpPr/>
          <p:nvPr/>
        </p:nvSpPr>
        <p:spPr>
          <a:xfrm>
            <a:off x="-174743" y="202382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6" name="Google Shape;2076;p36"/>
          <p:cNvSpPr/>
          <p:nvPr/>
        </p:nvSpPr>
        <p:spPr>
          <a:xfrm>
            <a:off x="-57085" y="195868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7" name="Google Shape;2077;p36"/>
          <p:cNvSpPr/>
          <p:nvPr/>
        </p:nvSpPr>
        <p:spPr>
          <a:xfrm>
            <a:off x="-224339" y="211555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8" name="Google Shape;2078;p36"/>
          <p:cNvSpPr/>
          <p:nvPr/>
        </p:nvSpPr>
        <p:spPr>
          <a:xfrm>
            <a:off x="-7489" y="189480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9" name="Google Shape;2079;p36"/>
          <p:cNvSpPr/>
          <p:nvPr/>
        </p:nvSpPr>
        <p:spPr>
          <a:xfrm>
            <a:off x="28509" y="182428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0" name="Google Shape;2080;p36"/>
          <p:cNvSpPr/>
          <p:nvPr/>
        </p:nvSpPr>
        <p:spPr>
          <a:xfrm>
            <a:off x="28509" y="173022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1" name="Google Shape;2081;p36"/>
          <p:cNvSpPr/>
          <p:nvPr/>
        </p:nvSpPr>
        <p:spPr>
          <a:xfrm>
            <a:off x="116302" y="174984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2" name="Google Shape;2082;p36"/>
          <p:cNvSpPr/>
          <p:nvPr/>
        </p:nvSpPr>
        <p:spPr>
          <a:xfrm>
            <a:off x="-545035" y="177771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3" name="Google Shape;2083;p36"/>
          <p:cNvSpPr/>
          <p:nvPr/>
        </p:nvSpPr>
        <p:spPr>
          <a:xfrm>
            <a:off x="-484373" y="167346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4" name="Google Shape;2084;p36"/>
          <p:cNvSpPr/>
          <p:nvPr/>
        </p:nvSpPr>
        <p:spPr>
          <a:xfrm>
            <a:off x="-409845" y="174398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5" name="Google Shape;2085;p36"/>
          <p:cNvSpPr/>
          <p:nvPr/>
        </p:nvSpPr>
        <p:spPr>
          <a:xfrm>
            <a:off x="-322052" y="167409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6" name="Google Shape;2086;p36"/>
          <p:cNvSpPr/>
          <p:nvPr/>
        </p:nvSpPr>
        <p:spPr>
          <a:xfrm>
            <a:off x="-258923" y="174398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7" name="Google Shape;2087;p36"/>
          <p:cNvSpPr/>
          <p:nvPr/>
        </p:nvSpPr>
        <p:spPr>
          <a:xfrm>
            <a:off x="-347715" y="214132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8" name="Google Shape;2088;p36"/>
          <p:cNvSpPr/>
          <p:nvPr/>
        </p:nvSpPr>
        <p:spPr>
          <a:xfrm>
            <a:off x="-296918" y="219211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9" name="Google Shape;2089;p36"/>
          <p:cNvSpPr/>
          <p:nvPr/>
        </p:nvSpPr>
        <p:spPr>
          <a:xfrm>
            <a:off x="-201725" y="214132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0" name="Google Shape;2090;p36"/>
          <p:cNvSpPr/>
          <p:nvPr/>
        </p:nvSpPr>
        <p:spPr>
          <a:xfrm>
            <a:off x="-168203" y="238676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1" name="Google Shape;2091;p36"/>
          <p:cNvSpPr/>
          <p:nvPr/>
        </p:nvSpPr>
        <p:spPr>
          <a:xfrm>
            <a:off x="-81942" y="236197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2" name="Google Shape;2092;p36"/>
          <p:cNvSpPr/>
          <p:nvPr/>
        </p:nvSpPr>
        <p:spPr>
          <a:xfrm>
            <a:off x="-58277" y="222282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3" name="Google Shape;2093;p36"/>
          <p:cNvSpPr/>
          <p:nvPr/>
        </p:nvSpPr>
        <p:spPr>
          <a:xfrm>
            <a:off x="9784" y="248081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4" name="Google Shape;2094;p36"/>
          <p:cNvSpPr/>
          <p:nvPr/>
        </p:nvSpPr>
        <p:spPr>
          <a:xfrm>
            <a:off x="-81942" y="255134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5" name="Google Shape;2095;p36"/>
          <p:cNvSpPr/>
          <p:nvPr/>
        </p:nvSpPr>
        <p:spPr>
          <a:xfrm>
            <a:off x="-58277" y="268036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6" name="Google Shape;2096;p36"/>
          <p:cNvSpPr/>
          <p:nvPr/>
        </p:nvSpPr>
        <p:spPr>
          <a:xfrm>
            <a:off x="59381" y="261522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7" name="Google Shape;2097;p36"/>
          <p:cNvSpPr/>
          <p:nvPr/>
        </p:nvSpPr>
        <p:spPr>
          <a:xfrm>
            <a:off x="-107874" y="277209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8" name="Google Shape;2098;p36"/>
          <p:cNvSpPr/>
          <p:nvPr/>
        </p:nvSpPr>
        <p:spPr>
          <a:xfrm>
            <a:off x="108977" y="255134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9" name="Google Shape;2099;p36"/>
          <p:cNvSpPr/>
          <p:nvPr/>
        </p:nvSpPr>
        <p:spPr>
          <a:xfrm>
            <a:off x="144974" y="248081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0" name="Google Shape;2100;p36"/>
          <p:cNvSpPr/>
          <p:nvPr/>
        </p:nvSpPr>
        <p:spPr>
          <a:xfrm>
            <a:off x="144974" y="238676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1" name="Google Shape;2101;p36"/>
          <p:cNvSpPr/>
          <p:nvPr/>
        </p:nvSpPr>
        <p:spPr>
          <a:xfrm>
            <a:off x="232768" y="240638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2" name="Google Shape;2102;p36"/>
          <p:cNvSpPr/>
          <p:nvPr/>
        </p:nvSpPr>
        <p:spPr>
          <a:xfrm>
            <a:off x="59381" y="232643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3" name="Google Shape;2103;p36"/>
          <p:cNvSpPr/>
          <p:nvPr/>
        </p:nvSpPr>
        <p:spPr>
          <a:xfrm>
            <a:off x="120043" y="222218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4" name="Google Shape;2104;p36"/>
          <p:cNvSpPr/>
          <p:nvPr/>
        </p:nvSpPr>
        <p:spPr>
          <a:xfrm>
            <a:off x="194571" y="229271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5" name="Google Shape;2105;p36"/>
          <p:cNvSpPr/>
          <p:nvPr/>
        </p:nvSpPr>
        <p:spPr>
          <a:xfrm>
            <a:off x="282364" y="222282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6" name="Google Shape;2106;p36"/>
          <p:cNvSpPr/>
          <p:nvPr/>
        </p:nvSpPr>
        <p:spPr>
          <a:xfrm>
            <a:off x="345493" y="229271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7" name="Google Shape;2107;p36"/>
          <p:cNvSpPr/>
          <p:nvPr/>
        </p:nvSpPr>
        <p:spPr>
          <a:xfrm rot="-2700000">
            <a:off x="-189453" y="160886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8" name="Google Shape;2108;p36"/>
          <p:cNvSpPr/>
          <p:nvPr/>
        </p:nvSpPr>
        <p:spPr>
          <a:xfrm rot="-2700000">
            <a:off x="-117616" y="160886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9" name="Google Shape;2109;p36"/>
          <p:cNvSpPr/>
          <p:nvPr/>
        </p:nvSpPr>
        <p:spPr>
          <a:xfrm rot="-2700000">
            <a:off x="-86223" y="1505634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0" name="Google Shape;2110;p36"/>
          <p:cNvSpPr/>
          <p:nvPr/>
        </p:nvSpPr>
        <p:spPr>
          <a:xfrm rot="-2700000">
            <a:off x="111040" y="1655487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1" name="Google Shape;2111;p36"/>
          <p:cNvSpPr/>
          <p:nvPr/>
        </p:nvSpPr>
        <p:spPr>
          <a:xfrm rot="-2700000">
            <a:off x="154500" y="1576957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2" name="Google Shape;2112;p36"/>
          <p:cNvSpPr/>
          <p:nvPr/>
        </p:nvSpPr>
        <p:spPr>
          <a:xfrm rot="-2700000">
            <a:off x="72841" y="1461832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3" name="Google Shape;2113;p36"/>
          <p:cNvSpPr/>
          <p:nvPr/>
        </p:nvSpPr>
        <p:spPr>
          <a:xfrm rot="-2700000">
            <a:off x="303400" y="1596136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4" name="Google Shape;2114;p36"/>
          <p:cNvSpPr/>
          <p:nvPr/>
        </p:nvSpPr>
        <p:spPr>
          <a:xfrm rot="-2700000">
            <a:off x="288410" y="1710867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5" name="Google Shape;2115;p36"/>
          <p:cNvSpPr/>
          <p:nvPr/>
        </p:nvSpPr>
        <p:spPr>
          <a:xfrm rot="-2700000">
            <a:off x="396371" y="1785360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6" name="Google Shape;2116;p36"/>
          <p:cNvSpPr/>
          <p:nvPr/>
        </p:nvSpPr>
        <p:spPr>
          <a:xfrm rot="-2700000">
            <a:off x="426168" y="1885296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7" name="Google Shape;2117;p36"/>
          <p:cNvSpPr/>
          <p:nvPr/>
        </p:nvSpPr>
        <p:spPr>
          <a:xfrm rot="-2700000">
            <a:off x="-37115" y="160886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8" name="Google Shape;2118;p36"/>
          <p:cNvSpPr/>
          <p:nvPr/>
        </p:nvSpPr>
        <p:spPr>
          <a:xfrm rot="-2700000">
            <a:off x="34721" y="160886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9" name="Google Shape;2119;p36"/>
          <p:cNvSpPr/>
          <p:nvPr/>
        </p:nvSpPr>
        <p:spPr>
          <a:xfrm rot="-2700000">
            <a:off x="66115" y="1505634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0" name="Google Shape;2120;p36"/>
          <p:cNvSpPr/>
          <p:nvPr/>
        </p:nvSpPr>
        <p:spPr>
          <a:xfrm rot="-2700000">
            <a:off x="263377" y="1655487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1" name="Google Shape;2121;p36"/>
          <p:cNvSpPr/>
          <p:nvPr/>
        </p:nvSpPr>
        <p:spPr>
          <a:xfrm rot="-2700000">
            <a:off x="115222" y="160886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2" name="Google Shape;2122;p36"/>
          <p:cNvSpPr/>
          <p:nvPr/>
        </p:nvSpPr>
        <p:spPr>
          <a:xfrm rot="-2700000">
            <a:off x="187059" y="160886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3" name="Google Shape;2123;p36"/>
          <p:cNvSpPr/>
          <p:nvPr/>
        </p:nvSpPr>
        <p:spPr>
          <a:xfrm>
            <a:off x="-554975" y="178181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4" name="Google Shape;2124;p36"/>
          <p:cNvSpPr/>
          <p:nvPr/>
        </p:nvSpPr>
        <p:spPr>
          <a:xfrm>
            <a:off x="-702350" y="182437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5" name="Google Shape;2125;p36"/>
          <p:cNvSpPr/>
          <p:nvPr/>
        </p:nvSpPr>
        <p:spPr>
          <a:xfrm>
            <a:off x="-594632" y="193209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6" name="Google Shape;2126;p36"/>
          <p:cNvSpPr/>
          <p:nvPr/>
        </p:nvSpPr>
        <p:spPr>
          <a:xfrm>
            <a:off x="-258925" y="289793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7" name="Google Shape;2127;p36"/>
          <p:cNvSpPr/>
          <p:nvPr/>
        </p:nvSpPr>
        <p:spPr>
          <a:xfrm>
            <a:off x="116375" y="209411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8" name="Google Shape;2128;p36"/>
          <p:cNvSpPr/>
          <p:nvPr/>
        </p:nvSpPr>
        <p:spPr>
          <a:xfrm>
            <a:off x="116375" y="200006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9" name="Google Shape;2129;p36"/>
          <p:cNvSpPr/>
          <p:nvPr/>
        </p:nvSpPr>
        <p:spPr>
          <a:xfrm>
            <a:off x="204168" y="201967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0" name="Google Shape;2130;p36"/>
          <p:cNvSpPr/>
          <p:nvPr/>
        </p:nvSpPr>
        <p:spPr>
          <a:xfrm>
            <a:off x="30781" y="193973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1" name="Google Shape;2131;p36"/>
          <p:cNvSpPr/>
          <p:nvPr/>
        </p:nvSpPr>
        <p:spPr>
          <a:xfrm>
            <a:off x="91443" y="183548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2" name="Google Shape;2132;p36"/>
          <p:cNvSpPr/>
          <p:nvPr/>
        </p:nvSpPr>
        <p:spPr>
          <a:xfrm>
            <a:off x="165971" y="190600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3" name="Google Shape;2133;p36"/>
          <p:cNvSpPr/>
          <p:nvPr/>
        </p:nvSpPr>
        <p:spPr>
          <a:xfrm>
            <a:off x="253765" y="183611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4" name="Google Shape;2134;p36"/>
          <p:cNvSpPr/>
          <p:nvPr/>
        </p:nvSpPr>
        <p:spPr>
          <a:xfrm>
            <a:off x="-2823" y="208298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5" name="Google Shape;2135;p36"/>
          <p:cNvSpPr/>
          <p:nvPr/>
        </p:nvSpPr>
        <p:spPr>
          <a:xfrm>
            <a:off x="20842" y="194383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6" name="Google Shape;2136;p36"/>
          <p:cNvSpPr/>
          <p:nvPr/>
        </p:nvSpPr>
        <p:spPr>
          <a:xfrm>
            <a:off x="224094" y="210778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7" name="Google Shape;2137;p36"/>
          <p:cNvSpPr/>
          <p:nvPr/>
        </p:nvSpPr>
        <p:spPr>
          <a:xfrm>
            <a:off x="138500" y="204744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8" name="Google Shape;2138;p36"/>
          <p:cNvSpPr/>
          <p:nvPr/>
        </p:nvSpPr>
        <p:spPr>
          <a:xfrm>
            <a:off x="199162" y="194319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9" name="Google Shape;2139;p36"/>
          <p:cNvSpPr/>
          <p:nvPr/>
        </p:nvSpPr>
        <p:spPr>
          <a:xfrm>
            <a:off x="273690" y="201372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0" name="Google Shape;2140;p36"/>
          <p:cNvSpPr/>
          <p:nvPr/>
        </p:nvSpPr>
        <p:spPr>
          <a:xfrm>
            <a:off x="128560" y="205155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1" name="Google Shape;2141;p36"/>
          <p:cNvSpPr/>
          <p:nvPr/>
        </p:nvSpPr>
        <p:spPr>
          <a:xfrm>
            <a:off x="528060" y="199273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2" name="Google Shape;2142;p36"/>
          <p:cNvSpPr/>
          <p:nvPr/>
        </p:nvSpPr>
        <p:spPr>
          <a:xfrm>
            <a:off x="528060" y="189868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3" name="Google Shape;2143;p36"/>
          <p:cNvSpPr/>
          <p:nvPr/>
        </p:nvSpPr>
        <p:spPr>
          <a:xfrm>
            <a:off x="442466" y="183834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4" name="Google Shape;2144;p36"/>
          <p:cNvSpPr/>
          <p:nvPr/>
        </p:nvSpPr>
        <p:spPr>
          <a:xfrm>
            <a:off x="503128" y="173409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5" name="Google Shape;2145;p36"/>
          <p:cNvSpPr/>
          <p:nvPr/>
        </p:nvSpPr>
        <p:spPr>
          <a:xfrm>
            <a:off x="577656" y="180462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6" name="Google Shape;2146;p36"/>
          <p:cNvSpPr/>
          <p:nvPr/>
        </p:nvSpPr>
        <p:spPr>
          <a:xfrm>
            <a:off x="408862" y="198160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7" name="Google Shape;2147;p36"/>
          <p:cNvSpPr/>
          <p:nvPr/>
        </p:nvSpPr>
        <p:spPr>
          <a:xfrm>
            <a:off x="432527" y="184245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8" name="Google Shape;2148;p36"/>
          <p:cNvSpPr/>
          <p:nvPr/>
        </p:nvSpPr>
        <p:spPr>
          <a:xfrm>
            <a:off x="550185" y="194606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9" name="Google Shape;2149;p36"/>
          <p:cNvSpPr/>
          <p:nvPr/>
        </p:nvSpPr>
        <p:spPr>
          <a:xfrm>
            <a:off x="540245" y="195017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0" name="Google Shape;2150;p36"/>
          <p:cNvSpPr/>
          <p:nvPr/>
        </p:nvSpPr>
        <p:spPr>
          <a:xfrm>
            <a:off x="-224344" y="28217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1" name="Google Shape;2151;p36"/>
          <p:cNvSpPr txBox="1"/>
          <p:nvPr/>
        </p:nvSpPr>
        <p:spPr>
          <a:xfrm>
            <a:off x="5525" y="3206713"/>
            <a:ext cx="91440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Caso fosse possível fazer VÁRIAS amostras DIFERENTES HOJE e tirar a média de cada uma, teríamos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como mensurar incerteza! Bastava </a:t>
            </a:r>
            <a:r>
              <a:rPr b="1" lang="pt-BR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observar uma distribuição das médias</a:t>
            </a: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br>
              <a:rPr lang="pt-BR"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(sei que a figura é a mesma, imagine que são amostras diferentes)</a:t>
            </a:r>
            <a:br>
              <a:rPr lang="pt-BR">
                <a:latin typeface="Roboto Light"/>
                <a:ea typeface="Roboto Light"/>
                <a:cs typeface="Roboto Light"/>
                <a:sym typeface="Roboto Light"/>
              </a:rPr>
            </a:br>
            <a:br>
              <a:rPr lang="pt-BR"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Não é possível fazer várias amostras hoje </a:t>
            </a:r>
            <a:r>
              <a:rPr b="1"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😢</a:t>
            </a:r>
            <a:br>
              <a:rPr b="1"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b="1" lang="pt-BR">
                <a:solidFill>
                  <a:schemeClr val="dk1"/>
                </a:solidFill>
              </a:rPr>
            </a:br>
            <a:r>
              <a:rPr b="1" lang="pt-BR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Distribuição de médias</a:t>
            </a:r>
            <a:r>
              <a:rPr lang="pt-BR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b="1" lang="pt-BR">
                <a:solidFill>
                  <a:schemeClr val="dk1"/>
                </a:solidFill>
              </a:rPr>
              <a:t>🤔. </a:t>
            </a:r>
            <a:r>
              <a:rPr lang="pt-BR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Cada fração é uma média, existe o Teorema Central do Limite...</a:t>
            </a:r>
            <a:endParaRPr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pt-BR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5" name="Shape 2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6" name="Google Shape;2156;p37"/>
          <p:cNvSpPr txBox="1"/>
          <p:nvPr>
            <p:ph type="title"/>
          </p:nvPr>
        </p:nvSpPr>
        <p:spPr>
          <a:xfrm>
            <a:off x="311700" y="283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Vamos pensar no TCL</a:t>
            </a:r>
            <a:endParaRPr/>
          </a:p>
        </p:txBody>
      </p:sp>
      <p:sp>
        <p:nvSpPr>
          <p:cNvPr id="2157" name="Google Shape;2157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158" name="Google Shape;215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4175" y="1171575"/>
            <a:ext cx="2063126" cy="2002874"/>
          </a:xfrm>
          <a:prstGeom prst="rect">
            <a:avLst/>
          </a:prstGeom>
          <a:noFill/>
          <a:ln>
            <a:noFill/>
          </a:ln>
        </p:spPr>
      </p:pic>
      <p:sp>
        <p:nvSpPr>
          <p:cNvPr id="2159" name="Google Shape;2159;p37"/>
          <p:cNvSpPr/>
          <p:nvPr/>
        </p:nvSpPr>
        <p:spPr>
          <a:xfrm>
            <a:off x="2410130" y="163337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0" name="Google Shape;2160;p37"/>
          <p:cNvSpPr/>
          <p:nvPr/>
        </p:nvSpPr>
        <p:spPr>
          <a:xfrm>
            <a:off x="2460927" y="168417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1" name="Google Shape;2161;p37"/>
          <p:cNvSpPr/>
          <p:nvPr/>
        </p:nvSpPr>
        <p:spPr>
          <a:xfrm>
            <a:off x="2556120" y="163337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2" name="Google Shape;2162;p37"/>
          <p:cNvSpPr/>
          <p:nvPr/>
        </p:nvSpPr>
        <p:spPr>
          <a:xfrm>
            <a:off x="2589642" y="187882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3" name="Google Shape;2163;p37"/>
          <p:cNvSpPr/>
          <p:nvPr/>
        </p:nvSpPr>
        <p:spPr>
          <a:xfrm>
            <a:off x="2675903" y="185402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4" name="Google Shape;2164;p37"/>
          <p:cNvSpPr/>
          <p:nvPr/>
        </p:nvSpPr>
        <p:spPr>
          <a:xfrm>
            <a:off x="2699567" y="171488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5" name="Google Shape;2165;p37"/>
          <p:cNvSpPr/>
          <p:nvPr/>
        </p:nvSpPr>
        <p:spPr>
          <a:xfrm>
            <a:off x="2767629" y="197287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6" name="Google Shape;2166;p37"/>
          <p:cNvSpPr/>
          <p:nvPr/>
        </p:nvSpPr>
        <p:spPr>
          <a:xfrm>
            <a:off x="2675903" y="204340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7" name="Google Shape;2167;p37"/>
          <p:cNvSpPr/>
          <p:nvPr/>
        </p:nvSpPr>
        <p:spPr>
          <a:xfrm>
            <a:off x="2699567" y="217241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8" name="Google Shape;2168;p37"/>
          <p:cNvSpPr/>
          <p:nvPr/>
        </p:nvSpPr>
        <p:spPr>
          <a:xfrm>
            <a:off x="1870127" y="177591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9" name="Google Shape;2169;p37"/>
          <p:cNvSpPr/>
          <p:nvPr/>
        </p:nvSpPr>
        <p:spPr>
          <a:xfrm>
            <a:off x="2649971" y="226415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0" name="Google Shape;2170;p37"/>
          <p:cNvSpPr/>
          <p:nvPr/>
        </p:nvSpPr>
        <p:spPr>
          <a:xfrm>
            <a:off x="1431773" y="181984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1" name="Google Shape;2171;p37"/>
          <p:cNvSpPr/>
          <p:nvPr/>
        </p:nvSpPr>
        <p:spPr>
          <a:xfrm>
            <a:off x="1467771" y="174932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2" name="Google Shape;2172;p37"/>
          <p:cNvSpPr/>
          <p:nvPr/>
        </p:nvSpPr>
        <p:spPr>
          <a:xfrm>
            <a:off x="1467771" y="165527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3" name="Google Shape;2173;p37"/>
          <p:cNvSpPr/>
          <p:nvPr/>
        </p:nvSpPr>
        <p:spPr>
          <a:xfrm>
            <a:off x="1889239" y="20485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4" name="Google Shape;2174;p37"/>
          <p:cNvSpPr/>
          <p:nvPr/>
        </p:nvSpPr>
        <p:spPr>
          <a:xfrm>
            <a:off x="1382177" y="159493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5" name="Google Shape;2175;p37"/>
          <p:cNvSpPr/>
          <p:nvPr/>
        </p:nvSpPr>
        <p:spPr>
          <a:xfrm>
            <a:off x="1442839" y="149068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6" name="Google Shape;2176;p37"/>
          <p:cNvSpPr/>
          <p:nvPr/>
        </p:nvSpPr>
        <p:spPr>
          <a:xfrm>
            <a:off x="1517367" y="156121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7" name="Google Shape;2177;p37"/>
          <p:cNvSpPr/>
          <p:nvPr/>
        </p:nvSpPr>
        <p:spPr>
          <a:xfrm>
            <a:off x="1605161" y="149132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8" name="Google Shape;2178;p37"/>
          <p:cNvSpPr/>
          <p:nvPr/>
        </p:nvSpPr>
        <p:spPr>
          <a:xfrm>
            <a:off x="1668289" y="156121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9" name="Google Shape;2179;p37"/>
          <p:cNvSpPr/>
          <p:nvPr/>
        </p:nvSpPr>
        <p:spPr>
          <a:xfrm>
            <a:off x="2517849" y="174109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0" name="Google Shape;2180;p37"/>
          <p:cNvSpPr/>
          <p:nvPr/>
        </p:nvSpPr>
        <p:spPr>
          <a:xfrm>
            <a:off x="2568645" y="179189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1" name="Google Shape;2181;p37"/>
          <p:cNvSpPr/>
          <p:nvPr/>
        </p:nvSpPr>
        <p:spPr>
          <a:xfrm>
            <a:off x="2663838" y="174109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2" name="Google Shape;2182;p37"/>
          <p:cNvSpPr/>
          <p:nvPr/>
        </p:nvSpPr>
        <p:spPr>
          <a:xfrm>
            <a:off x="2697361" y="198654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3" name="Google Shape;2183;p37"/>
          <p:cNvSpPr/>
          <p:nvPr/>
        </p:nvSpPr>
        <p:spPr>
          <a:xfrm>
            <a:off x="1348573" y="173819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4" name="Google Shape;2184;p37"/>
          <p:cNvSpPr/>
          <p:nvPr/>
        </p:nvSpPr>
        <p:spPr>
          <a:xfrm>
            <a:off x="1372238" y="159904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5" name="Google Shape;2185;p37"/>
          <p:cNvSpPr/>
          <p:nvPr/>
        </p:nvSpPr>
        <p:spPr>
          <a:xfrm>
            <a:off x="1836523" y="181975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6" name="Google Shape;2186;p37"/>
          <p:cNvSpPr/>
          <p:nvPr/>
        </p:nvSpPr>
        <p:spPr>
          <a:xfrm>
            <a:off x="1860188" y="194876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7" name="Google Shape;2187;p37"/>
          <p:cNvSpPr/>
          <p:nvPr/>
        </p:nvSpPr>
        <p:spPr>
          <a:xfrm>
            <a:off x="1977846" y="188363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8" name="Google Shape;2188;p37"/>
          <p:cNvSpPr/>
          <p:nvPr/>
        </p:nvSpPr>
        <p:spPr>
          <a:xfrm>
            <a:off x="1810592" y="204050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9" name="Google Shape;2189;p37"/>
          <p:cNvSpPr/>
          <p:nvPr/>
        </p:nvSpPr>
        <p:spPr>
          <a:xfrm>
            <a:off x="2027443" y="181975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0" name="Google Shape;2190;p37"/>
          <p:cNvSpPr/>
          <p:nvPr/>
        </p:nvSpPr>
        <p:spPr>
          <a:xfrm>
            <a:off x="1575490" y="18570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1" name="Google Shape;2191;p37"/>
          <p:cNvSpPr/>
          <p:nvPr/>
        </p:nvSpPr>
        <p:spPr>
          <a:xfrm>
            <a:off x="1575490" y="176298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2" name="Google Shape;2192;p37"/>
          <p:cNvSpPr/>
          <p:nvPr/>
        </p:nvSpPr>
        <p:spPr>
          <a:xfrm>
            <a:off x="1663283" y="178259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3" name="Google Shape;2193;p37"/>
          <p:cNvSpPr/>
          <p:nvPr/>
        </p:nvSpPr>
        <p:spPr>
          <a:xfrm>
            <a:off x="1489896" y="170265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4" name="Google Shape;2194;p37"/>
          <p:cNvSpPr/>
          <p:nvPr/>
        </p:nvSpPr>
        <p:spPr>
          <a:xfrm>
            <a:off x="1550558" y="15984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5" name="Google Shape;2195;p37"/>
          <p:cNvSpPr/>
          <p:nvPr/>
        </p:nvSpPr>
        <p:spPr>
          <a:xfrm>
            <a:off x="1625086" y="166893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6" name="Google Shape;2196;p37"/>
          <p:cNvSpPr/>
          <p:nvPr/>
        </p:nvSpPr>
        <p:spPr>
          <a:xfrm>
            <a:off x="1712880" y="15990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7" name="Google Shape;2197;p37"/>
          <p:cNvSpPr/>
          <p:nvPr/>
        </p:nvSpPr>
        <p:spPr>
          <a:xfrm>
            <a:off x="1776008" y="166893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8" name="Google Shape;2198;p37"/>
          <p:cNvSpPr/>
          <p:nvPr/>
        </p:nvSpPr>
        <p:spPr>
          <a:xfrm>
            <a:off x="2625568" y="184881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9" name="Google Shape;2199;p37"/>
          <p:cNvSpPr/>
          <p:nvPr/>
        </p:nvSpPr>
        <p:spPr>
          <a:xfrm>
            <a:off x="2676364" y="189961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0" name="Google Shape;2200;p37"/>
          <p:cNvSpPr/>
          <p:nvPr/>
        </p:nvSpPr>
        <p:spPr>
          <a:xfrm>
            <a:off x="1336509" y="162526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1" name="Google Shape;2201;p37"/>
          <p:cNvSpPr/>
          <p:nvPr/>
        </p:nvSpPr>
        <p:spPr>
          <a:xfrm>
            <a:off x="1857982" y="176289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2" name="Google Shape;2202;p37"/>
          <p:cNvSpPr/>
          <p:nvPr/>
        </p:nvSpPr>
        <p:spPr>
          <a:xfrm>
            <a:off x="1456292" y="184590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3" name="Google Shape;2203;p37"/>
          <p:cNvSpPr/>
          <p:nvPr/>
        </p:nvSpPr>
        <p:spPr>
          <a:xfrm>
            <a:off x="2065369" y="168424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4" name="Google Shape;2204;p37"/>
          <p:cNvSpPr/>
          <p:nvPr/>
        </p:nvSpPr>
        <p:spPr>
          <a:xfrm>
            <a:off x="2035969" y="185694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5" name="Google Shape;2205;p37"/>
          <p:cNvSpPr/>
          <p:nvPr/>
        </p:nvSpPr>
        <p:spPr>
          <a:xfrm>
            <a:off x="1944242" y="192747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6" name="Google Shape;2206;p37"/>
          <p:cNvSpPr/>
          <p:nvPr/>
        </p:nvSpPr>
        <p:spPr>
          <a:xfrm>
            <a:off x="1967907" y="205648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7" name="Google Shape;2207;p37"/>
          <p:cNvSpPr/>
          <p:nvPr/>
        </p:nvSpPr>
        <p:spPr>
          <a:xfrm>
            <a:off x="2085565" y="199134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8" name="Google Shape;2208;p37"/>
          <p:cNvSpPr/>
          <p:nvPr/>
        </p:nvSpPr>
        <p:spPr>
          <a:xfrm>
            <a:off x="1918311" y="214821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9" name="Google Shape;2209;p37"/>
          <p:cNvSpPr/>
          <p:nvPr/>
        </p:nvSpPr>
        <p:spPr>
          <a:xfrm>
            <a:off x="2135161" y="192747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0" name="Google Shape;2210;p37"/>
          <p:cNvSpPr/>
          <p:nvPr/>
        </p:nvSpPr>
        <p:spPr>
          <a:xfrm>
            <a:off x="2171159" y="185694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1" name="Google Shape;2211;p37"/>
          <p:cNvSpPr/>
          <p:nvPr/>
        </p:nvSpPr>
        <p:spPr>
          <a:xfrm>
            <a:off x="2171159" y="176289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2" name="Google Shape;2212;p37"/>
          <p:cNvSpPr/>
          <p:nvPr/>
        </p:nvSpPr>
        <p:spPr>
          <a:xfrm>
            <a:off x="2258952" y="178250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3" name="Google Shape;2213;p37"/>
          <p:cNvSpPr/>
          <p:nvPr/>
        </p:nvSpPr>
        <p:spPr>
          <a:xfrm>
            <a:off x="1597615" y="181037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4" name="Google Shape;2214;p37"/>
          <p:cNvSpPr/>
          <p:nvPr/>
        </p:nvSpPr>
        <p:spPr>
          <a:xfrm>
            <a:off x="1658277" y="170612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5" name="Google Shape;2215;p37"/>
          <p:cNvSpPr/>
          <p:nvPr/>
        </p:nvSpPr>
        <p:spPr>
          <a:xfrm>
            <a:off x="1732805" y="177665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6" name="Google Shape;2216;p37"/>
          <p:cNvSpPr/>
          <p:nvPr/>
        </p:nvSpPr>
        <p:spPr>
          <a:xfrm>
            <a:off x="1820598" y="170675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7" name="Google Shape;2217;p37"/>
          <p:cNvSpPr/>
          <p:nvPr/>
        </p:nvSpPr>
        <p:spPr>
          <a:xfrm>
            <a:off x="1883727" y="177665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8" name="Google Shape;2218;p37"/>
          <p:cNvSpPr/>
          <p:nvPr/>
        </p:nvSpPr>
        <p:spPr>
          <a:xfrm>
            <a:off x="1794935" y="217398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9" name="Google Shape;2219;p37"/>
          <p:cNvSpPr/>
          <p:nvPr/>
        </p:nvSpPr>
        <p:spPr>
          <a:xfrm>
            <a:off x="1845732" y="222478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0" name="Google Shape;2220;p37"/>
          <p:cNvSpPr/>
          <p:nvPr/>
        </p:nvSpPr>
        <p:spPr>
          <a:xfrm>
            <a:off x="1940925" y="217398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1" name="Google Shape;2221;p37"/>
          <p:cNvSpPr/>
          <p:nvPr/>
        </p:nvSpPr>
        <p:spPr>
          <a:xfrm>
            <a:off x="1974447" y="241943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2" name="Google Shape;2222;p37"/>
          <p:cNvSpPr/>
          <p:nvPr/>
        </p:nvSpPr>
        <p:spPr>
          <a:xfrm>
            <a:off x="2060708" y="239463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3" name="Google Shape;2223;p37"/>
          <p:cNvSpPr/>
          <p:nvPr/>
        </p:nvSpPr>
        <p:spPr>
          <a:xfrm>
            <a:off x="2084373" y="225548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4" name="Google Shape;2224;p37"/>
          <p:cNvSpPr/>
          <p:nvPr/>
        </p:nvSpPr>
        <p:spPr>
          <a:xfrm>
            <a:off x="2152434" y="251348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5" name="Google Shape;2225;p37"/>
          <p:cNvSpPr/>
          <p:nvPr/>
        </p:nvSpPr>
        <p:spPr>
          <a:xfrm>
            <a:off x="2060708" y="258401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6" name="Google Shape;2226;p37"/>
          <p:cNvSpPr/>
          <p:nvPr/>
        </p:nvSpPr>
        <p:spPr>
          <a:xfrm>
            <a:off x="2084373" y="271302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7" name="Google Shape;2227;p37"/>
          <p:cNvSpPr/>
          <p:nvPr/>
        </p:nvSpPr>
        <p:spPr>
          <a:xfrm>
            <a:off x="2202031" y="264788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8" name="Google Shape;2228;p37"/>
          <p:cNvSpPr/>
          <p:nvPr/>
        </p:nvSpPr>
        <p:spPr>
          <a:xfrm>
            <a:off x="2034776" y="280475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9" name="Google Shape;2229;p37"/>
          <p:cNvSpPr/>
          <p:nvPr/>
        </p:nvSpPr>
        <p:spPr>
          <a:xfrm>
            <a:off x="2251627" y="258401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0" name="Google Shape;2230;p37"/>
          <p:cNvSpPr/>
          <p:nvPr/>
        </p:nvSpPr>
        <p:spPr>
          <a:xfrm>
            <a:off x="2287624" y="251348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1" name="Google Shape;2231;p37"/>
          <p:cNvSpPr/>
          <p:nvPr/>
        </p:nvSpPr>
        <p:spPr>
          <a:xfrm>
            <a:off x="2287624" y="241943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2" name="Google Shape;2232;p37"/>
          <p:cNvSpPr/>
          <p:nvPr/>
        </p:nvSpPr>
        <p:spPr>
          <a:xfrm>
            <a:off x="2375418" y="243904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3" name="Google Shape;2233;p37"/>
          <p:cNvSpPr/>
          <p:nvPr/>
        </p:nvSpPr>
        <p:spPr>
          <a:xfrm>
            <a:off x="2202031" y="235909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4" name="Google Shape;2234;p37"/>
          <p:cNvSpPr/>
          <p:nvPr/>
        </p:nvSpPr>
        <p:spPr>
          <a:xfrm>
            <a:off x="2262693" y="225484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5" name="Google Shape;2235;p37"/>
          <p:cNvSpPr/>
          <p:nvPr/>
        </p:nvSpPr>
        <p:spPr>
          <a:xfrm>
            <a:off x="2337221" y="232537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6" name="Google Shape;2236;p37"/>
          <p:cNvSpPr/>
          <p:nvPr/>
        </p:nvSpPr>
        <p:spPr>
          <a:xfrm>
            <a:off x="2425014" y="225548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7" name="Google Shape;2237;p37"/>
          <p:cNvSpPr/>
          <p:nvPr/>
        </p:nvSpPr>
        <p:spPr>
          <a:xfrm>
            <a:off x="2488143" y="232537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8" name="Google Shape;2238;p37"/>
          <p:cNvSpPr/>
          <p:nvPr/>
        </p:nvSpPr>
        <p:spPr>
          <a:xfrm rot="-2700000">
            <a:off x="1953197" y="1641526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9" name="Google Shape;2239;p37"/>
          <p:cNvSpPr/>
          <p:nvPr/>
        </p:nvSpPr>
        <p:spPr>
          <a:xfrm rot="-2700000">
            <a:off x="2025034" y="1641526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0" name="Google Shape;2240;p37"/>
          <p:cNvSpPr/>
          <p:nvPr/>
        </p:nvSpPr>
        <p:spPr>
          <a:xfrm rot="-2700000">
            <a:off x="2056427" y="1538296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1" name="Google Shape;2241;p37"/>
          <p:cNvSpPr/>
          <p:nvPr/>
        </p:nvSpPr>
        <p:spPr>
          <a:xfrm rot="-2700000">
            <a:off x="2253690" y="1688149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2" name="Google Shape;2242;p37"/>
          <p:cNvSpPr/>
          <p:nvPr/>
        </p:nvSpPr>
        <p:spPr>
          <a:xfrm rot="-2700000">
            <a:off x="2297150" y="1609620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3" name="Google Shape;2243;p37"/>
          <p:cNvSpPr/>
          <p:nvPr/>
        </p:nvSpPr>
        <p:spPr>
          <a:xfrm rot="-2700000">
            <a:off x="2215491" y="1494494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4" name="Google Shape;2244;p37"/>
          <p:cNvSpPr/>
          <p:nvPr/>
        </p:nvSpPr>
        <p:spPr>
          <a:xfrm rot="-2700000">
            <a:off x="2446050" y="162879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5" name="Google Shape;2245;p37"/>
          <p:cNvSpPr/>
          <p:nvPr/>
        </p:nvSpPr>
        <p:spPr>
          <a:xfrm rot="-2700000">
            <a:off x="2431060" y="1743529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6" name="Google Shape;2246;p37"/>
          <p:cNvSpPr/>
          <p:nvPr/>
        </p:nvSpPr>
        <p:spPr>
          <a:xfrm rot="-2700000">
            <a:off x="2539021" y="181802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7" name="Google Shape;2247;p37"/>
          <p:cNvSpPr/>
          <p:nvPr/>
        </p:nvSpPr>
        <p:spPr>
          <a:xfrm rot="-2700000">
            <a:off x="2568818" y="191795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8" name="Google Shape;2248;p37"/>
          <p:cNvSpPr/>
          <p:nvPr/>
        </p:nvSpPr>
        <p:spPr>
          <a:xfrm rot="-2700000">
            <a:off x="2105535" y="1641526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9" name="Google Shape;2249;p37"/>
          <p:cNvSpPr/>
          <p:nvPr/>
        </p:nvSpPr>
        <p:spPr>
          <a:xfrm rot="-2700000">
            <a:off x="2177371" y="1641526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0" name="Google Shape;2250;p37"/>
          <p:cNvSpPr/>
          <p:nvPr/>
        </p:nvSpPr>
        <p:spPr>
          <a:xfrm rot="-2700000">
            <a:off x="2208765" y="1538296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1" name="Google Shape;2251;p37"/>
          <p:cNvSpPr/>
          <p:nvPr/>
        </p:nvSpPr>
        <p:spPr>
          <a:xfrm rot="-2700000">
            <a:off x="2406027" y="1688149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2" name="Google Shape;2252;p37"/>
          <p:cNvSpPr/>
          <p:nvPr/>
        </p:nvSpPr>
        <p:spPr>
          <a:xfrm rot="-2700000">
            <a:off x="2257872" y="1641526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3" name="Google Shape;2253;p37"/>
          <p:cNvSpPr/>
          <p:nvPr/>
        </p:nvSpPr>
        <p:spPr>
          <a:xfrm rot="-2700000">
            <a:off x="2329709" y="1641526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4" name="Google Shape;2254;p37"/>
          <p:cNvSpPr/>
          <p:nvPr/>
        </p:nvSpPr>
        <p:spPr>
          <a:xfrm>
            <a:off x="1587675" y="181448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5" name="Google Shape;2255;p37"/>
          <p:cNvSpPr/>
          <p:nvPr/>
        </p:nvSpPr>
        <p:spPr>
          <a:xfrm>
            <a:off x="1440300" y="18570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6" name="Google Shape;2256;p37"/>
          <p:cNvSpPr/>
          <p:nvPr/>
        </p:nvSpPr>
        <p:spPr>
          <a:xfrm>
            <a:off x="1548018" y="196475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7" name="Google Shape;2257;p37"/>
          <p:cNvSpPr/>
          <p:nvPr/>
        </p:nvSpPr>
        <p:spPr>
          <a:xfrm>
            <a:off x="1883725" y="293059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8" name="Google Shape;2258;p37"/>
          <p:cNvSpPr/>
          <p:nvPr/>
        </p:nvSpPr>
        <p:spPr>
          <a:xfrm>
            <a:off x="2259025" y="212677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9" name="Google Shape;2259;p37"/>
          <p:cNvSpPr/>
          <p:nvPr/>
        </p:nvSpPr>
        <p:spPr>
          <a:xfrm>
            <a:off x="2259025" y="203272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0" name="Google Shape;2260;p37"/>
          <p:cNvSpPr/>
          <p:nvPr/>
        </p:nvSpPr>
        <p:spPr>
          <a:xfrm>
            <a:off x="2346818" y="205233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1" name="Google Shape;2261;p37"/>
          <p:cNvSpPr/>
          <p:nvPr/>
        </p:nvSpPr>
        <p:spPr>
          <a:xfrm>
            <a:off x="2173431" y="197239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2" name="Google Shape;2262;p37"/>
          <p:cNvSpPr/>
          <p:nvPr/>
        </p:nvSpPr>
        <p:spPr>
          <a:xfrm>
            <a:off x="2234093" y="186814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3" name="Google Shape;2263;p37"/>
          <p:cNvSpPr/>
          <p:nvPr/>
        </p:nvSpPr>
        <p:spPr>
          <a:xfrm>
            <a:off x="2308621" y="193867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4" name="Google Shape;2264;p37"/>
          <p:cNvSpPr/>
          <p:nvPr/>
        </p:nvSpPr>
        <p:spPr>
          <a:xfrm>
            <a:off x="2396415" y="186877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5" name="Google Shape;2265;p37"/>
          <p:cNvSpPr/>
          <p:nvPr/>
        </p:nvSpPr>
        <p:spPr>
          <a:xfrm>
            <a:off x="2139827" y="211564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6" name="Google Shape;2266;p37"/>
          <p:cNvSpPr/>
          <p:nvPr/>
        </p:nvSpPr>
        <p:spPr>
          <a:xfrm>
            <a:off x="2163492" y="197649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7" name="Google Shape;2267;p37"/>
          <p:cNvSpPr/>
          <p:nvPr/>
        </p:nvSpPr>
        <p:spPr>
          <a:xfrm>
            <a:off x="2366744" y="214044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8" name="Google Shape;2268;p37"/>
          <p:cNvSpPr/>
          <p:nvPr/>
        </p:nvSpPr>
        <p:spPr>
          <a:xfrm>
            <a:off x="2281150" y="208011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9" name="Google Shape;2269;p37"/>
          <p:cNvSpPr/>
          <p:nvPr/>
        </p:nvSpPr>
        <p:spPr>
          <a:xfrm>
            <a:off x="2341812" y="197586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0" name="Google Shape;2270;p37"/>
          <p:cNvSpPr/>
          <p:nvPr/>
        </p:nvSpPr>
        <p:spPr>
          <a:xfrm>
            <a:off x="2416340" y="204638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1" name="Google Shape;2271;p37"/>
          <p:cNvSpPr/>
          <p:nvPr/>
        </p:nvSpPr>
        <p:spPr>
          <a:xfrm>
            <a:off x="2271210" y="208421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2" name="Google Shape;2272;p37"/>
          <p:cNvSpPr/>
          <p:nvPr/>
        </p:nvSpPr>
        <p:spPr>
          <a:xfrm>
            <a:off x="2670710" y="202539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3" name="Google Shape;2273;p37"/>
          <p:cNvSpPr/>
          <p:nvPr/>
        </p:nvSpPr>
        <p:spPr>
          <a:xfrm>
            <a:off x="2670710" y="193134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4" name="Google Shape;2274;p37"/>
          <p:cNvSpPr/>
          <p:nvPr/>
        </p:nvSpPr>
        <p:spPr>
          <a:xfrm>
            <a:off x="2758503" y="195095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5" name="Google Shape;2275;p37"/>
          <p:cNvSpPr/>
          <p:nvPr/>
        </p:nvSpPr>
        <p:spPr>
          <a:xfrm>
            <a:off x="2585116" y="187101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6" name="Google Shape;2276;p37"/>
          <p:cNvSpPr/>
          <p:nvPr/>
        </p:nvSpPr>
        <p:spPr>
          <a:xfrm>
            <a:off x="2645778" y="176676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7" name="Google Shape;2277;p37"/>
          <p:cNvSpPr/>
          <p:nvPr/>
        </p:nvSpPr>
        <p:spPr>
          <a:xfrm>
            <a:off x="2720306" y="183728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8" name="Google Shape;2278;p37"/>
          <p:cNvSpPr/>
          <p:nvPr/>
        </p:nvSpPr>
        <p:spPr>
          <a:xfrm>
            <a:off x="2808100" y="176739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9" name="Google Shape;2279;p37"/>
          <p:cNvSpPr/>
          <p:nvPr/>
        </p:nvSpPr>
        <p:spPr>
          <a:xfrm>
            <a:off x="2551512" y="201426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0" name="Google Shape;2280;p37"/>
          <p:cNvSpPr/>
          <p:nvPr/>
        </p:nvSpPr>
        <p:spPr>
          <a:xfrm>
            <a:off x="2575177" y="187511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1" name="Google Shape;2281;p37"/>
          <p:cNvSpPr/>
          <p:nvPr/>
        </p:nvSpPr>
        <p:spPr>
          <a:xfrm>
            <a:off x="2778428" y="203906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2" name="Google Shape;2282;p37"/>
          <p:cNvSpPr/>
          <p:nvPr/>
        </p:nvSpPr>
        <p:spPr>
          <a:xfrm>
            <a:off x="2692835" y="197872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3" name="Google Shape;2283;p37"/>
          <p:cNvSpPr/>
          <p:nvPr/>
        </p:nvSpPr>
        <p:spPr>
          <a:xfrm>
            <a:off x="2753497" y="187447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4" name="Google Shape;2284;p37"/>
          <p:cNvSpPr/>
          <p:nvPr/>
        </p:nvSpPr>
        <p:spPr>
          <a:xfrm>
            <a:off x="2828025" y="19450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5" name="Google Shape;2285;p37"/>
          <p:cNvSpPr/>
          <p:nvPr/>
        </p:nvSpPr>
        <p:spPr>
          <a:xfrm>
            <a:off x="2682895" y="198283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6" name="Google Shape;2286;p37"/>
          <p:cNvSpPr/>
          <p:nvPr/>
        </p:nvSpPr>
        <p:spPr>
          <a:xfrm>
            <a:off x="1207267" y="168816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7" name="Google Shape;2287;p37"/>
          <p:cNvSpPr/>
          <p:nvPr/>
        </p:nvSpPr>
        <p:spPr>
          <a:xfrm>
            <a:off x="1217781" y="188363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8" name="Google Shape;2288;p37"/>
          <p:cNvSpPr/>
          <p:nvPr/>
        </p:nvSpPr>
        <p:spPr>
          <a:xfrm>
            <a:off x="1918306" y="285436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89" name="Google Shape;228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6825" y="1197288"/>
            <a:ext cx="2063126" cy="2002874"/>
          </a:xfrm>
          <a:prstGeom prst="rect">
            <a:avLst/>
          </a:prstGeom>
          <a:noFill/>
          <a:ln>
            <a:noFill/>
          </a:ln>
        </p:spPr>
      </p:pic>
      <p:sp>
        <p:nvSpPr>
          <p:cNvPr id="2290" name="Google Shape;2290;p37"/>
          <p:cNvSpPr/>
          <p:nvPr/>
        </p:nvSpPr>
        <p:spPr>
          <a:xfrm>
            <a:off x="4552780" y="165909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1" name="Google Shape;2291;p37"/>
          <p:cNvSpPr/>
          <p:nvPr/>
        </p:nvSpPr>
        <p:spPr>
          <a:xfrm>
            <a:off x="4603577" y="170988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2" name="Google Shape;2292;p37"/>
          <p:cNvSpPr/>
          <p:nvPr/>
        </p:nvSpPr>
        <p:spPr>
          <a:xfrm>
            <a:off x="4698770" y="165909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3" name="Google Shape;2293;p37"/>
          <p:cNvSpPr/>
          <p:nvPr/>
        </p:nvSpPr>
        <p:spPr>
          <a:xfrm>
            <a:off x="4732292" y="19045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4" name="Google Shape;2294;p37"/>
          <p:cNvSpPr/>
          <p:nvPr/>
        </p:nvSpPr>
        <p:spPr>
          <a:xfrm>
            <a:off x="4818553" y="187974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5" name="Google Shape;2295;p37"/>
          <p:cNvSpPr/>
          <p:nvPr/>
        </p:nvSpPr>
        <p:spPr>
          <a:xfrm>
            <a:off x="4842217" y="174059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6" name="Google Shape;2296;p37"/>
          <p:cNvSpPr/>
          <p:nvPr/>
        </p:nvSpPr>
        <p:spPr>
          <a:xfrm>
            <a:off x="4910279" y="199858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7" name="Google Shape;2297;p37"/>
          <p:cNvSpPr/>
          <p:nvPr/>
        </p:nvSpPr>
        <p:spPr>
          <a:xfrm>
            <a:off x="4818553" y="206911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8" name="Google Shape;2298;p37"/>
          <p:cNvSpPr/>
          <p:nvPr/>
        </p:nvSpPr>
        <p:spPr>
          <a:xfrm>
            <a:off x="4842217" y="219813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9" name="Google Shape;2299;p37"/>
          <p:cNvSpPr/>
          <p:nvPr/>
        </p:nvSpPr>
        <p:spPr>
          <a:xfrm>
            <a:off x="4012777" y="180162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0" name="Google Shape;2300;p37"/>
          <p:cNvSpPr/>
          <p:nvPr/>
        </p:nvSpPr>
        <p:spPr>
          <a:xfrm>
            <a:off x="4792621" y="228986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1" name="Google Shape;2301;p37"/>
          <p:cNvSpPr/>
          <p:nvPr/>
        </p:nvSpPr>
        <p:spPr>
          <a:xfrm>
            <a:off x="3574423" y="184556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2" name="Google Shape;2302;p37"/>
          <p:cNvSpPr/>
          <p:nvPr/>
        </p:nvSpPr>
        <p:spPr>
          <a:xfrm>
            <a:off x="3610421" y="177503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3" name="Google Shape;2303;p37"/>
          <p:cNvSpPr/>
          <p:nvPr/>
        </p:nvSpPr>
        <p:spPr>
          <a:xfrm>
            <a:off x="3610421" y="168098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4" name="Google Shape;2304;p37"/>
          <p:cNvSpPr/>
          <p:nvPr/>
        </p:nvSpPr>
        <p:spPr>
          <a:xfrm>
            <a:off x="3698214" y="170059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5" name="Google Shape;2305;p37"/>
          <p:cNvSpPr/>
          <p:nvPr/>
        </p:nvSpPr>
        <p:spPr>
          <a:xfrm>
            <a:off x="3524827" y="162065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6" name="Google Shape;2306;p37"/>
          <p:cNvSpPr/>
          <p:nvPr/>
        </p:nvSpPr>
        <p:spPr>
          <a:xfrm>
            <a:off x="3585489" y="151640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7" name="Google Shape;2307;p37"/>
          <p:cNvSpPr/>
          <p:nvPr/>
        </p:nvSpPr>
        <p:spPr>
          <a:xfrm>
            <a:off x="3660017" y="158692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8" name="Google Shape;2308;p37"/>
          <p:cNvSpPr/>
          <p:nvPr/>
        </p:nvSpPr>
        <p:spPr>
          <a:xfrm>
            <a:off x="3747811" y="151703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9" name="Google Shape;2309;p37"/>
          <p:cNvSpPr/>
          <p:nvPr/>
        </p:nvSpPr>
        <p:spPr>
          <a:xfrm>
            <a:off x="3810939" y="158692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0" name="Google Shape;2310;p37"/>
          <p:cNvSpPr/>
          <p:nvPr/>
        </p:nvSpPr>
        <p:spPr>
          <a:xfrm>
            <a:off x="4660499" y="176681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1" name="Google Shape;2311;p37"/>
          <p:cNvSpPr/>
          <p:nvPr/>
        </p:nvSpPr>
        <p:spPr>
          <a:xfrm>
            <a:off x="4711295" y="18176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2" name="Google Shape;2312;p37"/>
          <p:cNvSpPr/>
          <p:nvPr/>
        </p:nvSpPr>
        <p:spPr>
          <a:xfrm>
            <a:off x="4806488" y="176681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3" name="Google Shape;2313;p37"/>
          <p:cNvSpPr/>
          <p:nvPr/>
        </p:nvSpPr>
        <p:spPr>
          <a:xfrm>
            <a:off x="4840011" y="201225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4" name="Google Shape;2314;p37"/>
          <p:cNvSpPr/>
          <p:nvPr/>
        </p:nvSpPr>
        <p:spPr>
          <a:xfrm>
            <a:off x="3491223" y="176390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5" name="Google Shape;2315;p37"/>
          <p:cNvSpPr/>
          <p:nvPr/>
        </p:nvSpPr>
        <p:spPr>
          <a:xfrm>
            <a:off x="3514888" y="162475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6" name="Google Shape;2316;p37"/>
          <p:cNvSpPr/>
          <p:nvPr/>
        </p:nvSpPr>
        <p:spPr>
          <a:xfrm>
            <a:off x="3979173" y="184546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7" name="Google Shape;2317;p37"/>
          <p:cNvSpPr/>
          <p:nvPr/>
        </p:nvSpPr>
        <p:spPr>
          <a:xfrm>
            <a:off x="4002838" y="197447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8" name="Google Shape;2318;p37"/>
          <p:cNvSpPr/>
          <p:nvPr/>
        </p:nvSpPr>
        <p:spPr>
          <a:xfrm>
            <a:off x="4120496" y="190934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9" name="Google Shape;2319;p37"/>
          <p:cNvSpPr/>
          <p:nvPr/>
        </p:nvSpPr>
        <p:spPr>
          <a:xfrm>
            <a:off x="3953242" y="206621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0" name="Google Shape;2320;p37"/>
          <p:cNvSpPr/>
          <p:nvPr/>
        </p:nvSpPr>
        <p:spPr>
          <a:xfrm>
            <a:off x="4170093" y="184546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1" name="Google Shape;2321;p37"/>
          <p:cNvSpPr/>
          <p:nvPr/>
        </p:nvSpPr>
        <p:spPr>
          <a:xfrm>
            <a:off x="3718140" y="188275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2" name="Google Shape;2322;p37"/>
          <p:cNvSpPr/>
          <p:nvPr/>
        </p:nvSpPr>
        <p:spPr>
          <a:xfrm>
            <a:off x="3718140" y="178870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3" name="Google Shape;2323;p37"/>
          <p:cNvSpPr/>
          <p:nvPr/>
        </p:nvSpPr>
        <p:spPr>
          <a:xfrm>
            <a:off x="3805933" y="180831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4" name="Google Shape;2324;p37"/>
          <p:cNvSpPr/>
          <p:nvPr/>
        </p:nvSpPr>
        <p:spPr>
          <a:xfrm>
            <a:off x="3632546" y="172836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5" name="Google Shape;2325;p37"/>
          <p:cNvSpPr/>
          <p:nvPr/>
        </p:nvSpPr>
        <p:spPr>
          <a:xfrm>
            <a:off x="3693208" y="162411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6" name="Google Shape;2326;p37"/>
          <p:cNvSpPr/>
          <p:nvPr/>
        </p:nvSpPr>
        <p:spPr>
          <a:xfrm>
            <a:off x="3767736" y="169464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7" name="Google Shape;2327;p37"/>
          <p:cNvSpPr/>
          <p:nvPr/>
        </p:nvSpPr>
        <p:spPr>
          <a:xfrm>
            <a:off x="3855530" y="162475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8" name="Google Shape;2328;p37"/>
          <p:cNvSpPr/>
          <p:nvPr/>
        </p:nvSpPr>
        <p:spPr>
          <a:xfrm>
            <a:off x="3918658" y="169464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9" name="Google Shape;2329;p37"/>
          <p:cNvSpPr/>
          <p:nvPr/>
        </p:nvSpPr>
        <p:spPr>
          <a:xfrm>
            <a:off x="4768218" y="187452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0" name="Google Shape;2330;p37"/>
          <p:cNvSpPr/>
          <p:nvPr/>
        </p:nvSpPr>
        <p:spPr>
          <a:xfrm>
            <a:off x="4819014" y="192532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1" name="Google Shape;2331;p37"/>
          <p:cNvSpPr/>
          <p:nvPr/>
        </p:nvSpPr>
        <p:spPr>
          <a:xfrm>
            <a:off x="3479159" y="165097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2" name="Google Shape;2332;p37"/>
          <p:cNvSpPr/>
          <p:nvPr/>
        </p:nvSpPr>
        <p:spPr>
          <a:xfrm>
            <a:off x="4000632" y="178860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3" name="Google Shape;2333;p37"/>
          <p:cNvSpPr/>
          <p:nvPr/>
        </p:nvSpPr>
        <p:spPr>
          <a:xfrm>
            <a:off x="3598942" y="187162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4" name="Google Shape;2334;p37"/>
          <p:cNvSpPr/>
          <p:nvPr/>
        </p:nvSpPr>
        <p:spPr>
          <a:xfrm>
            <a:off x="3622607" y="173247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5" name="Google Shape;2335;p37"/>
          <p:cNvSpPr/>
          <p:nvPr/>
        </p:nvSpPr>
        <p:spPr>
          <a:xfrm>
            <a:off x="4178619" y="188265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6" name="Google Shape;2336;p37"/>
          <p:cNvSpPr/>
          <p:nvPr/>
        </p:nvSpPr>
        <p:spPr>
          <a:xfrm>
            <a:off x="4086892" y="195318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7" name="Google Shape;2337;p37"/>
          <p:cNvSpPr/>
          <p:nvPr/>
        </p:nvSpPr>
        <p:spPr>
          <a:xfrm>
            <a:off x="4110557" y="208219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8" name="Google Shape;2338;p37"/>
          <p:cNvSpPr/>
          <p:nvPr/>
        </p:nvSpPr>
        <p:spPr>
          <a:xfrm>
            <a:off x="4228215" y="201706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9" name="Google Shape;2339;p37"/>
          <p:cNvSpPr/>
          <p:nvPr/>
        </p:nvSpPr>
        <p:spPr>
          <a:xfrm>
            <a:off x="4060961" y="217393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0" name="Google Shape;2340;p37"/>
          <p:cNvSpPr/>
          <p:nvPr/>
        </p:nvSpPr>
        <p:spPr>
          <a:xfrm>
            <a:off x="4277811" y="195318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1" name="Google Shape;2341;p37"/>
          <p:cNvSpPr/>
          <p:nvPr/>
        </p:nvSpPr>
        <p:spPr>
          <a:xfrm>
            <a:off x="4313809" y="188265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2" name="Google Shape;2342;p37"/>
          <p:cNvSpPr/>
          <p:nvPr/>
        </p:nvSpPr>
        <p:spPr>
          <a:xfrm>
            <a:off x="4313809" y="178860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3" name="Google Shape;2343;p37"/>
          <p:cNvSpPr/>
          <p:nvPr/>
        </p:nvSpPr>
        <p:spPr>
          <a:xfrm>
            <a:off x="4401602" y="180821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4" name="Google Shape;2344;p37"/>
          <p:cNvSpPr/>
          <p:nvPr/>
        </p:nvSpPr>
        <p:spPr>
          <a:xfrm>
            <a:off x="3740265" y="183608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5" name="Google Shape;2345;p37"/>
          <p:cNvSpPr/>
          <p:nvPr/>
        </p:nvSpPr>
        <p:spPr>
          <a:xfrm>
            <a:off x="3800927" y="173183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6" name="Google Shape;2346;p37"/>
          <p:cNvSpPr/>
          <p:nvPr/>
        </p:nvSpPr>
        <p:spPr>
          <a:xfrm>
            <a:off x="3875455" y="180236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7" name="Google Shape;2347;p37"/>
          <p:cNvSpPr/>
          <p:nvPr/>
        </p:nvSpPr>
        <p:spPr>
          <a:xfrm>
            <a:off x="3963248" y="173247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8" name="Google Shape;2348;p37"/>
          <p:cNvSpPr/>
          <p:nvPr/>
        </p:nvSpPr>
        <p:spPr>
          <a:xfrm>
            <a:off x="4026377" y="180236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9" name="Google Shape;2349;p37"/>
          <p:cNvSpPr/>
          <p:nvPr/>
        </p:nvSpPr>
        <p:spPr>
          <a:xfrm>
            <a:off x="3937585" y="219969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0" name="Google Shape;2350;p37"/>
          <p:cNvSpPr/>
          <p:nvPr/>
        </p:nvSpPr>
        <p:spPr>
          <a:xfrm>
            <a:off x="3988382" y="225049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1" name="Google Shape;2351;p37"/>
          <p:cNvSpPr/>
          <p:nvPr/>
        </p:nvSpPr>
        <p:spPr>
          <a:xfrm>
            <a:off x="4083575" y="219969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2" name="Google Shape;2352;p37"/>
          <p:cNvSpPr/>
          <p:nvPr/>
        </p:nvSpPr>
        <p:spPr>
          <a:xfrm>
            <a:off x="4117097" y="244514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3" name="Google Shape;2353;p37"/>
          <p:cNvSpPr/>
          <p:nvPr/>
        </p:nvSpPr>
        <p:spPr>
          <a:xfrm>
            <a:off x="4203358" y="242034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4" name="Google Shape;2354;p37"/>
          <p:cNvSpPr/>
          <p:nvPr/>
        </p:nvSpPr>
        <p:spPr>
          <a:xfrm>
            <a:off x="4227023" y="228119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5" name="Google Shape;2355;p37"/>
          <p:cNvSpPr/>
          <p:nvPr/>
        </p:nvSpPr>
        <p:spPr>
          <a:xfrm>
            <a:off x="4295084" y="253919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6" name="Google Shape;2356;p37"/>
          <p:cNvSpPr/>
          <p:nvPr/>
        </p:nvSpPr>
        <p:spPr>
          <a:xfrm>
            <a:off x="4203358" y="260972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7" name="Google Shape;2357;p37"/>
          <p:cNvSpPr/>
          <p:nvPr/>
        </p:nvSpPr>
        <p:spPr>
          <a:xfrm>
            <a:off x="4227023" y="273873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8" name="Google Shape;2358;p37"/>
          <p:cNvSpPr/>
          <p:nvPr/>
        </p:nvSpPr>
        <p:spPr>
          <a:xfrm>
            <a:off x="4344681" y="267360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9" name="Google Shape;2359;p37"/>
          <p:cNvSpPr/>
          <p:nvPr/>
        </p:nvSpPr>
        <p:spPr>
          <a:xfrm>
            <a:off x="4177426" y="283047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0" name="Google Shape;2360;p37"/>
          <p:cNvSpPr/>
          <p:nvPr/>
        </p:nvSpPr>
        <p:spPr>
          <a:xfrm>
            <a:off x="4394277" y="260972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1" name="Google Shape;2361;p37"/>
          <p:cNvSpPr/>
          <p:nvPr/>
        </p:nvSpPr>
        <p:spPr>
          <a:xfrm>
            <a:off x="4430274" y="253919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2" name="Google Shape;2362;p37"/>
          <p:cNvSpPr/>
          <p:nvPr/>
        </p:nvSpPr>
        <p:spPr>
          <a:xfrm>
            <a:off x="4430274" y="244514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3" name="Google Shape;2363;p37"/>
          <p:cNvSpPr/>
          <p:nvPr/>
        </p:nvSpPr>
        <p:spPr>
          <a:xfrm>
            <a:off x="4518068" y="246475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4" name="Google Shape;2364;p37"/>
          <p:cNvSpPr/>
          <p:nvPr/>
        </p:nvSpPr>
        <p:spPr>
          <a:xfrm>
            <a:off x="4344681" y="238481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5" name="Google Shape;2365;p37"/>
          <p:cNvSpPr/>
          <p:nvPr/>
        </p:nvSpPr>
        <p:spPr>
          <a:xfrm>
            <a:off x="4405343" y="228056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6" name="Google Shape;2366;p37"/>
          <p:cNvSpPr/>
          <p:nvPr/>
        </p:nvSpPr>
        <p:spPr>
          <a:xfrm>
            <a:off x="4479871" y="235108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7" name="Google Shape;2367;p37"/>
          <p:cNvSpPr/>
          <p:nvPr/>
        </p:nvSpPr>
        <p:spPr>
          <a:xfrm>
            <a:off x="4567664" y="228119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8" name="Google Shape;2368;p37"/>
          <p:cNvSpPr/>
          <p:nvPr/>
        </p:nvSpPr>
        <p:spPr>
          <a:xfrm>
            <a:off x="4630793" y="235108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9" name="Google Shape;2369;p37"/>
          <p:cNvSpPr/>
          <p:nvPr/>
        </p:nvSpPr>
        <p:spPr>
          <a:xfrm rot="-2700000">
            <a:off x="4095847" y="166723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0" name="Google Shape;2370;p37"/>
          <p:cNvSpPr/>
          <p:nvPr/>
        </p:nvSpPr>
        <p:spPr>
          <a:xfrm rot="-2700000">
            <a:off x="4167684" y="166723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1" name="Google Shape;2371;p37"/>
          <p:cNvSpPr/>
          <p:nvPr/>
        </p:nvSpPr>
        <p:spPr>
          <a:xfrm rot="-2700000">
            <a:off x="4199077" y="1564009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2" name="Google Shape;2372;p37"/>
          <p:cNvSpPr/>
          <p:nvPr/>
        </p:nvSpPr>
        <p:spPr>
          <a:xfrm rot="-2700000">
            <a:off x="4396340" y="1713862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3" name="Google Shape;2373;p37"/>
          <p:cNvSpPr/>
          <p:nvPr/>
        </p:nvSpPr>
        <p:spPr>
          <a:xfrm rot="-2700000">
            <a:off x="4439800" y="1635332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4" name="Google Shape;2374;p37"/>
          <p:cNvSpPr/>
          <p:nvPr/>
        </p:nvSpPr>
        <p:spPr>
          <a:xfrm rot="-2700000">
            <a:off x="4358141" y="1520207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5" name="Google Shape;2375;p37"/>
          <p:cNvSpPr/>
          <p:nvPr/>
        </p:nvSpPr>
        <p:spPr>
          <a:xfrm rot="-2700000">
            <a:off x="4588700" y="1654511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6" name="Google Shape;2376;p37"/>
          <p:cNvSpPr/>
          <p:nvPr/>
        </p:nvSpPr>
        <p:spPr>
          <a:xfrm rot="-2700000">
            <a:off x="4573710" y="1769242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7" name="Google Shape;2377;p37"/>
          <p:cNvSpPr/>
          <p:nvPr/>
        </p:nvSpPr>
        <p:spPr>
          <a:xfrm rot="-2700000">
            <a:off x="4681671" y="1843735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8" name="Google Shape;2378;p37"/>
          <p:cNvSpPr/>
          <p:nvPr/>
        </p:nvSpPr>
        <p:spPr>
          <a:xfrm rot="-2700000">
            <a:off x="4711468" y="1943671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9" name="Google Shape;2379;p37"/>
          <p:cNvSpPr/>
          <p:nvPr/>
        </p:nvSpPr>
        <p:spPr>
          <a:xfrm rot="-2700000">
            <a:off x="4248185" y="166723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0" name="Google Shape;2380;p37"/>
          <p:cNvSpPr/>
          <p:nvPr/>
        </p:nvSpPr>
        <p:spPr>
          <a:xfrm rot="-2700000">
            <a:off x="4320021" y="166723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1" name="Google Shape;2381;p37"/>
          <p:cNvSpPr/>
          <p:nvPr/>
        </p:nvSpPr>
        <p:spPr>
          <a:xfrm rot="-2700000">
            <a:off x="4351415" y="1564009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2" name="Google Shape;2382;p37"/>
          <p:cNvSpPr/>
          <p:nvPr/>
        </p:nvSpPr>
        <p:spPr>
          <a:xfrm rot="-2700000">
            <a:off x="4548677" y="1713862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3" name="Google Shape;2383;p37"/>
          <p:cNvSpPr/>
          <p:nvPr/>
        </p:nvSpPr>
        <p:spPr>
          <a:xfrm rot="-2700000">
            <a:off x="4400522" y="166723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4" name="Google Shape;2384;p37"/>
          <p:cNvSpPr/>
          <p:nvPr/>
        </p:nvSpPr>
        <p:spPr>
          <a:xfrm rot="-2700000">
            <a:off x="4472359" y="166723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5" name="Google Shape;2385;p37"/>
          <p:cNvSpPr/>
          <p:nvPr/>
        </p:nvSpPr>
        <p:spPr>
          <a:xfrm>
            <a:off x="3730325" y="184019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6" name="Google Shape;2386;p37"/>
          <p:cNvSpPr/>
          <p:nvPr/>
        </p:nvSpPr>
        <p:spPr>
          <a:xfrm>
            <a:off x="3582950" y="188275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7" name="Google Shape;2387;p37"/>
          <p:cNvSpPr/>
          <p:nvPr/>
        </p:nvSpPr>
        <p:spPr>
          <a:xfrm>
            <a:off x="3690668" y="199047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8" name="Google Shape;2388;p37"/>
          <p:cNvSpPr/>
          <p:nvPr/>
        </p:nvSpPr>
        <p:spPr>
          <a:xfrm>
            <a:off x="4026375" y="295631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9" name="Google Shape;2389;p37"/>
          <p:cNvSpPr/>
          <p:nvPr/>
        </p:nvSpPr>
        <p:spPr>
          <a:xfrm>
            <a:off x="4401675" y="215248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0" name="Google Shape;2390;p37"/>
          <p:cNvSpPr/>
          <p:nvPr/>
        </p:nvSpPr>
        <p:spPr>
          <a:xfrm>
            <a:off x="4401675" y="205843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1" name="Google Shape;2391;p37"/>
          <p:cNvSpPr/>
          <p:nvPr/>
        </p:nvSpPr>
        <p:spPr>
          <a:xfrm>
            <a:off x="4489468" y="207804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2" name="Google Shape;2392;p37"/>
          <p:cNvSpPr/>
          <p:nvPr/>
        </p:nvSpPr>
        <p:spPr>
          <a:xfrm>
            <a:off x="4316081" y="19981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3" name="Google Shape;2393;p37"/>
          <p:cNvSpPr/>
          <p:nvPr/>
        </p:nvSpPr>
        <p:spPr>
          <a:xfrm>
            <a:off x="4376743" y="189385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4" name="Google Shape;2394;p37"/>
          <p:cNvSpPr/>
          <p:nvPr/>
        </p:nvSpPr>
        <p:spPr>
          <a:xfrm>
            <a:off x="4451271" y="196438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5" name="Google Shape;2395;p37"/>
          <p:cNvSpPr/>
          <p:nvPr/>
        </p:nvSpPr>
        <p:spPr>
          <a:xfrm>
            <a:off x="4539065" y="189448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6" name="Google Shape;2396;p37"/>
          <p:cNvSpPr/>
          <p:nvPr/>
        </p:nvSpPr>
        <p:spPr>
          <a:xfrm>
            <a:off x="4282477" y="214135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7" name="Google Shape;2397;p37"/>
          <p:cNvSpPr/>
          <p:nvPr/>
        </p:nvSpPr>
        <p:spPr>
          <a:xfrm>
            <a:off x="4306142" y="200221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8" name="Google Shape;2398;p37"/>
          <p:cNvSpPr/>
          <p:nvPr/>
        </p:nvSpPr>
        <p:spPr>
          <a:xfrm>
            <a:off x="4509394" y="216615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9" name="Google Shape;2399;p37"/>
          <p:cNvSpPr/>
          <p:nvPr/>
        </p:nvSpPr>
        <p:spPr>
          <a:xfrm>
            <a:off x="4423800" y="210582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0" name="Google Shape;2400;p37"/>
          <p:cNvSpPr/>
          <p:nvPr/>
        </p:nvSpPr>
        <p:spPr>
          <a:xfrm>
            <a:off x="4484462" y="200157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1" name="Google Shape;2401;p37"/>
          <p:cNvSpPr/>
          <p:nvPr/>
        </p:nvSpPr>
        <p:spPr>
          <a:xfrm>
            <a:off x="4558990" y="207210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2" name="Google Shape;2402;p37"/>
          <p:cNvSpPr/>
          <p:nvPr/>
        </p:nvSpPr>
        <p:spPr>
          <a:xfrm>
            <a:off x="4413860" y="210992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3" name="Google Shape;2403;p37"/>
          <p:cNvSpPr/>
          <p:nvPr/>
        </p:nvSpPr>
        <p:spPr>
          <a:xfrm>
            <a:off x="4813360" y="20511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4" name="Google Shape;2404;p37"/>
          <p:cNvSpPr/>
          <p:nvPr/>
        </p:nvSpPr>
        <p:spPr>
          <a:xfrm>
            <a:off x="4813360" y="195705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5" name="Google Shape;2405;p37"/>
          <p:cNvSpPr/>
          <p:nvPr/>
        </p:nvSpPr>
        <p:spPr>
          <a:xfrm>
            <a:off x="4901153" y="197666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6" name="Google Shape;2406;p37"/>
          <p:cNvSpPr/>
          <p:nvPr/>
        </p:nvSpPr>
        <p:spPr>
          <a:xfrm>
            <a:off x="4727766" y="189672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7" name="Google Shape;2407;p37"/>
          <p:cNvSpPr/>
          <p:nvPr/>
        </p:nvSpPr>
        <p:spPr>
          <a:xfrm>
            <a:off x="4788428" y="179247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8" name="Google Shape;2408;p37"/>
          <p:cNvSpPr/>
          <p:nvPr/>
        </p:nvSpPr>
        <p:spPr>
          <a:xfrm>
            <a:off x="4862956" y="186300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9" name="Google Shape;2409;p37"/>
          <p:cNvSpPr/>
          <p:nvPr/>
        </p:nvSpPr>
        <p:spPr>
          <a:xfrm>
            <a:off x="4950750" y="17931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0" name="Google Shape;2410;p37"/>
          <p:cNvSpPr/>
          <p:nvPr/>
        </p:nvSpPr>
        <p:spPr>
          <a:xfrm>
            <a:off x="4694162" y="203997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1" name="Google Shape;2411;p37"/>
          <p:cNvSpPr/>
          <p:nvPr/>
        </p:nvSpPr>
        <p:spPr>
          <a:xfrm>
            <a:off x="4717827" y="190082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2" name="Google Shape;2412;p37"/>
          <p:cNvSpPr/>
          <p:nvPr/>
        </p:nvSpPr>
        <p:spPr>
          <a:xfrm>
            <a:off x="4921078" y="206477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3" name="Google Shape;2413;p37"/>
          <p:cNvSpPr/>
          <p:nvPr/>
        </p:nvSpPr>
        <p:spPr>
          <a:xfrm>
            <a:off x="4835485" y="200444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4" name="Google Shape;2414;p37"/>
          <p:cNvSpPr/>
          <p:nvPr/>
        </p:nvSpPr>
        <p:spPr>
          <a:xfrm>
            <a:off x="4896147" y="190019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5" name="Google Shape;2415;p37"/>
          <p:cNvSpPr/>
          <p:nvPr/>
        </p:nvSpPr>
        <p:spPr>
          <a:xfrm>
            <a:off x="4970675" y="197071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6" name="Google Shape;2416;p37"/>
          <p:cNvSpPr/>
          <p:nvPr/>
        </p:nvSpPr>
        <p:spPr>
          <a:xfrm>
            <a:off x="4825545" y="200854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7" name="Google Shape;2417;p37"/>
          <p:cNvSpPr/>
          <p:nvPr/>
        </p:nvSpPr>
        <p:spPr>
          <a:xfrm>
            <a:off x="3349917" y="171387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8" name="Google Shape;2418;p37"/>
          <p:cNvSpPr/>
          <p:nvPr/>
        </p:nvSpPr>
        <p:spPr>
          <a:xfrm>
            <a:off x="3360431" y="190934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9" name="Google Shape;2419;p37"/>
          <p:cNvSpPr/>
          <p:nvPr/>
        </p:nvSpPr>
        <p:spPr>
          <a:xfrm>
            <a:off x="4060956" y="288008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20" name="Google Shape;242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9250" y="1138963"/>
            <a:ext cx="2063126" cy="2002874"/>
          </a:xfrm>
          <a:prstGeom prst="rect">
            <a:avLst/>
          </a:prstGeom>
          <a:noFill/>
          <a:ln>
            <a:noFill/>
          </a:ln>
        </p:spPr>
      </p:pic>
      <p:sp>
        <p:nvSpPr>
          <p:cNvPr id="2421" name="Google Shape;2421;p37"/>
          <p:cNvSpPr/>
          <p:nvPr/>
        </p:nvSpPr>
        <p:spPr>
          <a:xfrm>
            <a:off x="6815205" y="160076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2" name="Google Shape;2422;p37"/>
          <p:cNvSpPr/>
          <p:nvPr/>
        </p:nvSpPr>
        <p:spPr>
          <a:xfrm>
            <a:off x="6866002" y="165156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3" name="Google Shape;2423;p37"/>
          <p:cNvSpPr/>
          <p:nvPr/>
        </p:nvSpPr>
        <p:spPr>
          <a:xfrm>
            <a:off x="6961195" y="160076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4" name="Google Shape;2424;p37"/>
          <p:cNvSpPr/>
          <p:nvPr/>
        </p:nvSpPr>
        <p:spPr>
          <a:xfrm>
            <a:off x="6994717" y="184621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5" name="Google Shape;2425;p37"/>
          <p:cNvSpPr/>
          <p:nvPr/>
        </p:nvSpPr>
        <p:spPr>
          <a:xfrm>
            <a:off x="7080978" y="182141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6" name="Google Shape;2426;p37"/>
          <p:cNvSpPr/>
          <p:nvPr/>
        </p:nvSpPr>
        <p:spPr>
          <a:xfrm>
            <a:off x="7104642" y="168226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7" name="Google Shape;2427;p37"/>
          <p:cNvSpPr/>
          <p:nvPr/>
        </p:nvSpPr>
        <p:spPr>
          <a:xfrm>
            <a:off x="7172704" y="194026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8" name="Google Shape;2428;p37"/>
          <p:cNvSpPr/>
          <p:nvPr/>
        </p:nvSpPr>
        <p:spPr>
          <a:xfrm>
            <a:off x="7080978" y="201079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9" name="Google Shape;2429;p37"/>
          <p:cNvSpPr/>
          <p:nvPr/>
        </p:nvSpPr>
        <p:spPr>
          <a:xfrm>
            <a:off x="7104642" y="213980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0" name="Google Shape;2430;p37"/>
          <p:cNvSpPr/>
          <p:nvPr/>
        </p:nvSpPr>
        <p:spPr>
          <a:xfrm>
            <a:off x="6275202" y="174329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1" name="Google Shape;2431;p37"/>
          <p:cNvSpPr/>
          <p:nvPr/>
        </p:nvSpPr>
        <p:spPr>
          <a:xfrm>
            <a:off x="7055046" y="223154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2" name="Google Shape;2432;p37"/>
          <p:cNvSpPr/>
          <p:nvPr/>
        </p:nvSpPr>
        <p:spPr>
          <a:xfrm>
            <a:off x="5836848" y="178723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3" name="Google Shape;2433;p37"/>
          <p:cNvSpPr/>
          <p:nvPr/>
        </p:nvSpPr>
        <p:spPr>
          <a:xfrm>
            <a:off x="5872846" y="171670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4" name="Google Shape;2434;p37"/>
          <p:cNvSpPr/>
          <p:nvPr/>
        </p:nvSpPr>
        <p:spPr>
          <a:xfrm>
            <a:off x="5872846" y="162265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37"/>
          <p:cNvSpPr/>
          <p:nvPr/>
        </p:nvSpPr>
        <p:spPr>
          <a:xfrm>
            <a:off x="5960639" y="164226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6" name="Google Shape;2436;p37"/>
          <p:cNvSpPr/>
          <p:nvPr/>
        </p:nvSpPr>
        <p:spPr>
          <a:xfrm>
            <a:off x="5787252" y="156232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7" name="Google Shape;2437;p37"/>
          <p:cNvSpPr/>
          <p:nvPr/>
        </p:nvSpPr>
        <p:spPr>
          <a:xfrm>
            <a:off x="5847914" y="145807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8" name="Google Shape;2438;p37"/>
          <p:cNvSpPr/>
          <p:nvPr/>
        </p:nvSpPr>
        <p:spPr>
          <a:xfrm>
            <a:off x="5922442" y="152860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9" name="Google Shape;2439;p37"/>
          <p:cNvSpPr/>
          <p:nvPr/>
        </p:nvSpPr>
        <p:spPr>
          <a:xfrm>
            <a:off x="6010236" y="145870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0" name="Google Shape;2440;p37"/>
          <p:cNvSpPr/>
          <p:nvPr/>
        </p:nvSpPr>
        <p:spPr>
          <a:xfrm>
            <a:off x="6073364" y="152860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1" name="Google Shape;2441;p37"/>
          <p:cNvSpPr/>
          <p:nvPr/>
        </p:nvSpPr>
        <p:spPr>
          <a:xfrm>
            <a:off x="6922924" y="170848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2" name="Google Shape;2442;p37"/>
          <p:cNvSpPr/>
          <p:nvPr/>
        </p:nvSpPr>
        <p:spPr>
          <a:xfrm>
            <a:off x="6973720" y="175928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3" name="Google Shape;2443;p37"/>
          <p:cNvSpPr/>
          <p:nvPr/>
        </p:nvSpPr>
        <p:spPr>
          <a:xfrm>
            <a:off x="7068913" y="170848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4" name="Google Shape;2444;p37"/>
          <p:cNvSpPr/>
          <p:nvPr/>
        </p:nvSpPr>
        <p:spPr>
          <a:xfrm>
            <a:off x="7102436" y="195393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5" name="Google Shape;2445;p37"/>
          <p:cNvSpPr/>
          <p:nvPr/>
        </p:nvSpPr>
        <p:spPr>
          <a:xfrm>
            <a:off x="5753648" y="170557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6" name="Google Shape;2446;p37"/>
          <p:cNvSpPr/>
          <p:nvPr/>
        </p:nvSpPr>
        <p:spPr>
          <a:xfrm>
            <a:off x="5777313" y="156643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7" name="Google Shape;2447;p37"/>
          <p:cNvSpPr/>
          <p:nvPr/>
        </p:nvSpPr>
        <p:spPr>
          <a:xfrm>
            <a:off x="6241598" y="17871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8" name="Google Shape;2448;p37"/>
          <p:cNvSpPr/>
          <p:nvPr/>
        </p:nvSpPr>
        <p:spPr>
          <a:xfrm>
            <a:off x="6265263" y="191615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9" name="Google Shape;2449;p37"/>
          <p:cNvSpPr/>
          <p:nvPr/>
        </p:nvSpPr>
        <p:spPr>
          <a:xfrm>
            <a:off x="6382921" y="185101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0" name="Google Shape;2450;p37"/>
          <p:cNvSpPr/>
          <p:nvPr/>
        </p:nvSpPr>
        <p:spPr>
          <a:xfrm>
            <a:off x="6215667" y="200788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1" name="Google Shape;2451;p37"/>
          <p:cNvSpPr/>
          <p:nvPr/>
        </p:nvSpPr>
        <p:spPr>
          <a:xfrm>
            <a:off x="6432518" y="17871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2" name="Google Shape;2452;p37"/>
          <p:cNvSpPr/>
          <p:nvPr/>
        </p:nvSpPr>
        <p:spPr>
          <a:xfrm>
            <a:off x="5980565" y="182442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3" name="Google Shape;2453;p37"/>
          <p:cNvSpPr/>
          <p:nvPr/>
        </p:nvSpPr>
        <p:spPr>
          <a:xfrm>
            <a:off x="5980565" y="173037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4" name="Google Shape;2454;p37"/>
          <p:cNvSpPr/>
          <p:nvPr/>
        </p:nvSpPr>
        <p:spPr>
          <a:xfrm>
            <a:off x="6068358" y="174998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5" name="Google Shape;2455;p37"/>
          <p:cNvSpPr/>
          <p:nvPr/>
        </p:nvSpPr>
        <p:spPr>
          <a:xfrm>
            <a:off x="5894971" y="167004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6" name="Google Shape;2456;p37"/>
          <p:cNvSpPr/>
          <p:nvPr/>
        </p:nvSpPr>
        <p:spPr>
          <a:xfrm>
            <a:off x="5955633" y="156579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7" name="Google Shape;2457;p37"/>
          <p:cNvSpPr/>
          <p:nvPr/>
        </p:nvSpPr>
        <p:spPr>
          <a:xfrm>
            <a:off x="6030161" y="163632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8" name="Google Shape;2458;p37"/>
          <p:cNvSpPr/>
          <p:nvPr/>
        </p:nvSpPr>
        <p:spPr>
          <a:xfrm>
            <a:off x="6117955" y="156642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9" name="Google Shape;2459;p37"/>
          <p:cNvSpPr/>
          <p:nvPr/>
        </p:nvSpPr>
        <p:spPr>
          <a:xfrm>
            <a:off x="6181083" y="163632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0" name="Google Shape;2460;p37"/>
          <p:cNvSpPr/>
          <p:nvPr/>
        </p:nvSpPr>
        <p:spPr>
          <a:xfrm>
            <a:off x="7030643" y="181620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1" name="Google Shape;2461;p37"/>
          <p:cNvSpPr/>
          <p:nvPr/>
        </p:nvSpPr>
        <p:spPr>
          <a:xfrm>
            <a:off x="7081439" y="186699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2" name="Google Shape;2462;p37"/>
          <p:cNvSpPr/>
          <p:nvPr/>
        </p:nvSpPr>
        <p:spPr>
          <a:xfrm>
            <a:off x="5741584" y="159264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3" name="Google Shape;2463;p37"/>
          <p:cNvSpPr/>
          <p:nvPr/>
        </p:nvSpPr>
        <p:spPr>
          <a:xfrm>
            <a:off x="6263057" y="173027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4" name="Google Shape;2464;p37"/>
          <p:cNvSpPr/>
          <p:nvPr/>
        </p:nvSpPr>
        <p:spPr>
          <a:xfrm>
            <a:off x="5861367" y="181329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5" name="Google Shape;2465;p37"/>
          <p:cNvSpPr/>
          <p:nvPr/>
        </p:nvSpPr>
        <p:spPr>
          <a:xfrm>
            <a:off x="5885032" y="167414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6" name="Google Shape;2466;p37"/>
          <p:cNvSpPr/>
          <p:nvPr/>
        </p:nvSpPr>
        <p:spPr>
          <a:xfrm>
            <a:off x="6441044" y="182433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7" name="Google Shape;2467;p37"/>
          <p:cNvSpPr/>
          <p:nvPr/>
        </p:nvSpPr>
        <p:spPr>
          <a:xfrm>
            <a:off x="6349317" y="189485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8" name="Google Shape;2468;p37"/>
          <p:cNvSpPr/>
          <p:nvPr/>
        </p:nvSpPr>
        <p:spPr>
          <a:xfrm>
            <a:off x="6372982" y="202387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9" name="Google Shape;2469;p37"/>
          <p:cNvSpPr/>
          <p:nvPr/>
        </p:nvSpPr>
        <p:spPr>
          <a:xfrm>
            <a:off x="6490640" y="195873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0" name="Google Shape;2470;p37"/>
          <p:cNvSpPr/>
          <p:nvPr/>
        </p:nvSpPr>
        <p:spPr>
          <a:xfrm>
            <a:off x="6323386" y="21156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1" name="Google Shape;2471;p37"/>
          <p:cNvSpPr/>
          <p:nvPr/>
        </p:nvSpPr>
        <p:spPr>
          <a:xfrm>
            <a:off x="6540236" y="189485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2" name="Google Shape;2472;p37"/>
          <p:cNvSpPr/>
          <p:nvPr/>
        </p:nvSpPr>
        <p:spPr>
          <a:xfrm>
            <a:off x="6576234" y="182433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3" name="Google Shape;2473;p37"/>
          <p:cNvSpPr/>
          <p:nvPr/>
        </p:nvSpPr>
        <p:spPr>
          <a:xfrm>
            <a:off x="6576234" y="173027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4" name="Google Shape;2474;p37"/>
          <p:cNvSpPr/>
          <p:nvPr/>
        </p:nvSpPr>
        <p:spPr>
          <a:xfrm>
            <a:off x="6664027" y="174989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5" name="Google Shape;2475;p37"/>
          <p:cNvSpPr/>
          <p:nvPr/>
        </p:nvSpPr>
        <p:spPr>
          <a:xfrm>
            <a:off x="6002690" y="177776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6" name="Google Shape;2476;p37"/>
          <p:cNvSpPr/>
          <p:nvPr/>
        </p:nvSpPr>
        <p:spPr>
          <a:xfrm>
            <a:off x="6063352" y="167351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7" name="Google Shape;2477;p37"/>
          <p:cNvSpPr/>
          <p:nvPr/>
        </p:nvSpPr>
        <p:spPr>
          <a:xfrm>
            <a:off x="6137880" y="17440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8" name="Google Shape;2478;p37"/>
          <p:cNvSpPr/>
          <p:nvPr/>
        </p:nvSpPr>
        <p:spPr>
          <a:xfrm>
            <a:off x="6225673" y="167414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9" name="Google Shape;2479;p37"/>
          <p:cNvSpPr/>
          <p:nvPr/>
        </p:nvSpPr>
        <p:spPr>
          <a:xfrm>
            <a:off x="6288802" y="17440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0" name="Google Shape;2480;p37"/>
          <p:cNvSpPr/>
          <p:nvPr/>
        </p:nvSpPr>
        <p:spPr>
          <a:xfrm>
            <a:off x="6200010" y="214137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1" name="Google Shape;2481;p37"/>
          <p:cNvSpPr/>
          <p:nvPr/>
        </p:nvSpPr>
        <p:spPr>
          <a:xfrm>
            <a:off x="6250807" y="219216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2" name="Google Shape;2482;p37"/>
          <p:cNvSpPr/>
          <p:nvPr/>
        </p:nvSpPr>
        <p:spPr>
          <a:xfrm>
            <a:off x="6346000" y="214137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3" name="Google Shape;2483;p37"/>
          <p:cNvSpPr/>
          <p:nvPr/>
        </p:nvSpPr>
        <p:spPr>
          <a:xfrm>
            <a:off x="6379522" y="238681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4" name="Google Shape;2484;p37"/>
          <p:cNvSpPr/>
          <p:nvPr/>
        </p:nvSpPr>
        <p:spPr>
          <a:xfrm>
            <a:off x="6465783" y="236202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5" name="Google Shape;2485;p37"/>
          <p:cNvSpPr/>
          <p:nvPr/>
        </p:nvSpPr>
        <p:spPr>
          <a:xfrm>
            <a:off x="6489448" y="222287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6" name="Google Shape;2486;p37"/>
          <p:cNvSpPr/>
          <p:nvPr/>
        </p:nvSpPr>
        <p:spPr>
          <a:xfrm>
            <a:off x="6557509" y="248086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7" name="Google Shape;2487;p37"/>
          <p:cNvSpPr/>
          <p:nvPr/>
        </p:nvSpPr>
        <p:spPr>
          <a:xfrm>
            <a:off x="6465783" y="255139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8" name="Google Shape;2488;p37"/>
          <p:cNvSpPr/>
          <p:nvPr/>
        </p:nvSpPr>
        <p:spPr>
          <a:xfrm>
            <a:off x="6489448" y="268041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9" name="Google Shape;2489;p37"/>
          <p:cNvSpPr/>
          <p:nvPr/>
        </p:nvSpPr>
        <p:spPr>
          <a:xfrm>
            <a:off x="6607106" y="261527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0" name="Google Shape;2490;p37"/>
          <p:cNvSpPr/>
          <p:nvPr/>
        </p:nvSpPr>
        <p:spPr>
          <a:xfrm>
            <a:off x="6439851" y="277214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1" name="Google Shape;2491;p37"/>
          <p:cNvSpPr/>
          <p:nvPr/>
        </p:nvSpPr>
        <p:spPr>
          <a:xfrm>
            <a:off x="6656702" y="255139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2" name="Google Shape;2492;p37"/>
          <p:cNvSpPr/>
          <p:nvPr/>
        </p:nvSpPr>
        <p:spPr>
          <a:xfrm>
            <a:off x="6692699" y="248086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3" name="Google Shape;2493;p37"/>
          <p:cNvSpPr/>
          <p:nvPr/>
        </p:nvSpPr>
        <p:spPr>
          <a:xfrm>
            <a:off x="6692699" y="238681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4" name="Google Shape;2494;p37"/>
          <p:cNvSpPr/>
          <p:nvPr/>
        </p:nvSpPr>
        <p:spPr>
          <a:xfrm>
            <a:off x="6780493" y="240643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5" name="Google Shape;2495;p37"/>
          <p:cNvSpPr/>
          <p:nvPr/>
        </p:nvSpPr>
        <p:spPr>
          <a:xfrm>
            <a:off x="6607106" y="232648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6" name="Google Shape;2496;p37"/>
          <p:cNvSpPr/>
          <p:nvPr/>
        </p:nvSpPr>
        <p:spPr>
          <a:xfrm>
            <a:off x="6667768" y="222223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7" name="Google Shape;2497;p37"/>
          <p:cNvSpPr/>
          <p:nvPr/>
        </p:nvSpPr>
        <p:spPr>
          <a:xfrm>
            <a:off x="6742296" y="229276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8" name="Google Shape;2498;p37"/>
          <p:cNvSpPr/>
          <p:nvPr/>
        </p:nvSpPr>
        <p:spPr>
          <a:xfrm>
            <a:off x="6830089" y="222287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9" name="Google Shape;2499;p37"/>
          <p:cNvSpPr/>
          <p:nvPr/>
        </p:nvSpPr>
        <p:spPr>
          <a:xfrm>
            <a:off x="6893218" y="229276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0" name="Google Shape;2500;p37"/>
          <p:cNvSpPr/>
          <p:nvPr/>
        </p:nvSpPr>
        <p:spPr>
          <a:xfrm rot="-2700000">
            <a:off x="6358272" y="160891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1" name="Google Shape;2501;p37"/>
          <p:cNvSpPr/>
          <p:nvPr/>
        </p:nvSpPr>
        <p:spPr>
          <a:xfrm rot="-2700000">
            <a:off x="6430109" y="160891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2" name="Google Shape;2502;p37"/>
          <p:cNvSpPr/>
          <p:nvPr/>
        </p:nvSpPr>
        <p:spPr>
          <a:xfrm rot="-2700000">
            <a:off x="6461502" y="1505684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3" name="Google Shape;2503;p37"/>
          <p:cNvSpPr/>
          <p:nvPr/>
        </p:nvSpPr>
        <p:spPr>
          <a:xfrm rot="-2700000">
            <a:off x="6658765" y="1655537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4" name="Google Shape;2504;p37"/>
          <p:cNvSpPr/>
          <p:nvPr/>
        </p:nvSpPr>
        <p:spPr>
          <a:xfrm rot="-2700000">
            <a:off x="6702225" y="1577007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5" name="Google Shape;2505;p37"/>
          <p:cNvSpPr/>
          <p:nvPr/>
        </p:nvSpPr>
        <p:spPr>
          <a:xfrm rot="-2700000">
            <a:off x="6620566" y="1461882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6" name="Google Shape;2506;p37"/>
          <p:cNvSpPr/>
          <p:nvPr/>
        </p:nvSpPr>
        <p:spPr>
          <a:xfrm rot="-2700000">
            <a:off x="6851125" y="1596186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7" name="Google Shape;2507;p37"/>
          <p:cNvSpPr/>
          <p:nvPr/>
        </p:nvSpPr>
        <p:spPr>
          <a:xfrm rot="-2700000">
            <a:off x="6836135" y="1710917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8" name="Google Shape;2508;p37"/>
          <p:cNvSpPr/>
          <p:nvPr/>
        </p:nvSpPr>
        <p:spPr>
          <a:xfrm rot="-2700000">
            <a:off x="6944096" y="1785410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9" name="Google Shape;2509;p37"/>
          <p:cNvSpPr/>
          <p:nvPr/>
        </p:nvSpPr>
        <p:spPr>
          <a:xfrm rot="-2700000">
            <a:off x="6973893" y="1885346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0" name="Google Shape;2510;p37"/>
          <p:cNvSpPr/>
          <p:nvPr/>
        </p:nvSpPr>
        <p:spPr>
          <a:xfrm rot="-2700000">
            <a:off x="6510610" y="160891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1" name="Google Shape;2511;p37"/>
          <p:cNvSpPr/>
          <p:nvPr/>
        </p:nvSpPr>
        <p:spPr>
          <a:xfrm rot="-2700000">
            <a:off x="6582446" y="160891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2" name="Google Shape;2512;p37"/>
          <p:cNvSpPr/>
          <p:nvPr/>
        </p:nvSpPr>
        <p:spPr>
          <a:xfrm rot="-2700000">
            <a:off x="6613840" y="1505684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3" name="Google Shape;2513;p37"/>
          <p:cNvSpPr/>
          <p:nvPr/>
        </p:nvSpPr>
        <p:spPr>
          <a:xfrm rot="-2700000">
            <a:off x="6811102" y="1655537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4" name="Google Shape;2514;p37"/>
          <p:cNvSpPr/>
          <p:nvPr/>
        </p:nvSpPr>
        <p:spPr>
          <a:xfrm rot="-2700000">
            <a:off x="6662947" y="160891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5" name="Google Shape;2515;p37"/>
          <p:cNvSpPr/>
          <p:nvPr/>
        </p:nvSpPr>
        <p:spPr>
          <a:xfrm rot="-2700000">
            <a:off x="6734784" y="160891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6" name="Google Shape;2516;p37"/>
          <p:cNvSpPr/>
          <p:nvPr/>
        </p:nvSpPr>
        <p:spPr>
          <a:xfrm>
            <a:off x="5992750" y="178186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7" name="Google Shape;2517;p37"/>
          <p:cNvSpPr/>
          <p:nvPr/>
        </p:nvSpPr>
        <p:spPr>
          <a:xfrm>
            <a:off x="5845375" y="182442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8" name="Google Shape;2518;p37"/>
          <p:cNvSpPr/>
          <p:nvPr/>
        </p:nvSpPr>
        <p:spPr>
          <a:xfrm>
            <a:off x="5953093" y="193214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9" name="Google Shape;2519;p37"/>
          <p:cNvSpPr/>
          <p:nvPr/>
        </p:nvSpPr>
        <p:spPr>
          <a:xfrm>
            <a:off x="6288800" y="289798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0" name="Google Shape;2520;p37"/>
          <p:cNvSpPr/>
          <p:nvPr/>
        </p:nvSpPr>
        <p:spPr>
          <a:xfrm>
            <a:off x="6664100" y="209416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1" name="Google Shape;2521;p37"/>
          <p:cNvSpPr/>
          <p:nvPr/>
        </p:nvSpPr>
        <p:spPr>
          <a:xfrm>
            <a:off x="6664100" y="200011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2" name="Google Shape;2522;p37"/>
          <p:cNvSpPr/>
          <p:nvPr/>
        </p:nvSpPr>
        <p:spPr>
          <a:xfrm>
            <a:off x="6751893" y="201972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3" name="Google Shape;2523;p37"/>
          <p:cNvSpPr/>
          <p:nvPr/>
        </p:nvSpPr>
        <p:spPr>
          <a:xfrm>
            <a:off x="6578506" y="193978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4" name="Google Shape;2524;p37"/>
          <p:cNvSpPr/>
          <p:nvPr/>
        </p:nvSpPr>
        <p:spPr>
          <a:xfrm>
            <a:off x="6639168" y="183553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5" name="Google Shape;2525;p37"/>
          <p:cNvSpPr/>
          <p:nvPr/>
        </p:nvSpPr>
        <p:spPr>
          <a:xfrm>
            <a:off x="6713696" y="190605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6" name="Google Shape;2526;p37"/>
          <p:cNvSpPr/>
          <p:nvPr/>
        </p:nvSpPr>
        <p:spPr>
          <a:xfrm>
            <a:off x="6801490" y="183616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7" name="Google Shape;2527;p37"/>
          <p:cNvSpPr/>
          <p:nvPr/>
        </p:nvSpPr>
        <p:spPr>
          <a:xfrm>
            <a:off x="6544902" y="208303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8" name="Google Shape;2528;p37"/>
          <p:cNvSpPr/>
          <p:nvPr/>
        </p:nvSpPr>
        <p:spPr>
          <a:xfrm>
            <a:off x="6568567" y="194388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9" name="Google Shape;2529;p37"/>
          <p:cNvSpPr/>
          <p:nvPr/>
        </p:nvSpPr>
        <p:spPr>
          <a:xfrm>
            <a:off x="6771819" y="210783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0" name="Google Shape;2530;p37"/>
          <p:cNvSpPr/>
          <p:nvPr/>
        </p:nvSpPr>
        <p:spPr>
          <a:xfrm>
            <a:off x="6686225" y="204749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1" name="Google Shape;2531;p37"/>
          <p:cNvSpPr/>
          <p:nvPr/>
        </p:nvSpPr>
        <p:spPr>
          <a:xfrm>
            <a:off x="6746887" y="194324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2" name="Google Shape;2532;p37"/>
          <p:cNvSpPr/>
          <p:nvPr/>
        </p:nvSpPr>
        <p:spPr>
          <a:xfrm>
            <a:off x="6821415" y="201377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3" name="Google Shape;2533;p37"/>
          <p:cNvSpPr/>
          <p:nvPr/>
        </p:nvSpPr>
        <p:spPr>
          <a:xfrm>
            <a:off x="6676285" y="205160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4" name="Google Shape;2534;p37"/>
          <p:cNvSpPr/>
          <p:nvPr/>
        </p:nvSpPr>
        <p:spPr>
          <a:xfrm>
            <a:off x="7075785" y="199278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5" name="Google Shape;2535;p37"/>
          <p:cNvSpPr/>
          <p:nvPr/>
        </p:nvSpPr>
        <p:spPr>
          <a:xfrm>
            <a:off x="7075785" y="189873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6" name="Google Shape;2536;p37"/>
          <p:cNvSpPr/>
          <p:nvPr/>
        </p:nvSpPr>
        <p:spPr>
          <a:xfrm>
            <a:off x="7163578" y="191834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7" name="Google Shape;2537;p37"/>
          <p:cNvSpPr/>
          <p:nvPr/>
        </p:nvSpPr>
        <p:spPr>
          <a:xfrm>
            <a:off x="6990191" y="183839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8" name="Google Shape;2538;p37"/>
          <p:cNvSpPr/>
          <p:nvPr/>
        </p:nvSpPr>
        <p:spPr>
          <a:xfrm>
            <a:off x="7050853" y="173414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9" name="Google Shape;2539;p37"/>
          <p:cNvSpPr/>
          <p:nvPr/>
        </p:nvSpPr>
        <p:spPr>
          <a:xfrm>
            <a:off x="7125381" y="180467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0" name="Google Shape;2540;p37"/>
          <p:cNvSpPr/>
          <p:nvPr/>
        </p:nvSpPr>
        <p:spPr>
          <a:xfrm>
            <a:off x="7213175" y="173478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1" name="Google Shape;2541;p37"/>
          <p:cNvSpPr/>
          <p:nvPr/>
        </p:nvSpPr>
        <p:spPr>
          <a:xfrm>
            <a:off x="6956587" y="198165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2" name="Google Shape;2542;p37"/>
          <p:cNvSpPr/>
          <p:nvPr/>
        </p:nvSpPr>
        <p:spPr>
          <a:xfrm>
            <a:off x="6980252" y="184250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3" name="Google Shape;2543;p37"/>
          <p:cNvSpPr/>
          <p:nvPr/>
        </p:nvSpPr>
        <p:spPr>
          <a:xfrm>
            <a:off x="7183503" y="200644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4" name="Google Shape;2544;p37"/>
          <p:cNvSpPr/>
          <p:nvPr/>
        </p:nvSpPr>
        <p:spPr>
          <a:xfrm>
            <a:off x="7097910" y="194611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5" name="Google Shape;2545;p37"/>
          <p:cNvSpPr/>
          <p:nvPr/>
        </p:nvSpPr>
        <p:spPr>
          <a:xfrm>
            <a:off x="7158572" y="184186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6" name="Google Shape;2546;p37"/>
          <p:cNvSpPr/>
          <p:nvPr/>
        </p:nvSpPr>
        <p:spPr>
          <a:xfrm>
            <a:off x="7233100" y="191239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7" name="Google Shape;2547;p37"/>
          <p:cNvSpPr/>
          <p:nvPr/>
        </p:nvSpPr>
        <p:spPr>
          <a:xfrm>
            <a:off x="7087970" y="195022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8" name="Google Shape;2548;p37"/>
          <p:cNvSpPr/>
          <p:nvPr/>
        </p:nvSpPr>
        <p:spPr>
          <a:xfrm>
            <a:off x="5612342" y="165555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9" name="Google Shape;2549;p37"/>
          <p:cNvSpPr/>
          <p:nvPr/>
        </p:nvSpPr>
        <p:spPr>
          <a:xfrm>
            <a:off x="5622856" y="185102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0" name="Google Shape;2550;p37"/>
          <p:cNvSpPr/>
          <p:nvPr/>
        </p:nvSpPr>
        <p:spPr>
          <a:xfrm>
            <a:off x="6323381" y="282175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51" name="Google Shape;255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1675" y="1129138"/>
            <a:ext cx="2063126" cy="2002874"/>
          </a:xfrm>
          <a:prstGeom prst="rect">
            <a:avLst/>
          </a:prstGeom>
          <a:noFill/>
          <a:ln>
            <a:noFill/>
          </a:ln>
        </p:spPr>
      </p:pic>
      <p:sp>
        <p:nvSpPr>
          <p:cNvPr id="2552" name="Google Shape;2552;p37"/>
          <p:cNvSpPr/>
          <p:nvPr/>
        </p:nvSpPr>
        <p:spPr>
          <a:xfrm>
            <a:off x="9077630" y="159094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3" name="Google Shape;2553;p37"/>
          <p:cNvSpPr/>
          <p:nvPr/>
        </p:nvSpPr>
        <p:spPr>
          <a:xfrm>
            <a:off x="9128427" y="164173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4" name="Google Shape;2554;p37"/>
          <p:cNvSpPr/>
          <p:nvPr/>
        </p:nvSpPr>
        <p:spPr>
          <a:xfrm>
            <a:off x="9223620" y="159094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5" name="Google Shape;2555;p37"/>
          <p:cNvSpPr/>
          <p:nvPr/>
        </p:nvSpPr>
        <p:spPr>
          <a:xfrm>
            <a:off x="9257142" y="183638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6" name="Google Shape;2556;p37"/>
          <p:cNvSpPr/>
          <p:nvPr/>
        </p:nvSpPr>
        <p:spPr>
          <a:xfrm>
            <a:off x="9343403" y="181159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7" name="Google Shape;2557;p37"/>
          <p:cNvSpPr/>
          <p:nvPr/>
        </p:nvSpPr>
        <p:spPr>
          <a:xfrm>
            <a:off x="9367067" y="167244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8" name="Google Shape;2558;p37"/>
          <p:cNvSpPr/>
          <p:nvPr/>
        </p:nvSpPr>
        <p:spPr>
          <a:xfrm>
            <a:off x="9435129" y="19304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9" name="Google Shape;2559;p37"/>
          <p:cNvSpPr/>
          <p:nvPr/>
        </p:nvSpPr>
        <p:spPr>
          <a:xfrm>
            <a:off x="9343403" y="200096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0" name="Google Shape;2560;p37"/>
          <p:cNvSpPr/>
          <p:nvPr/>
        </p:nvSpPr>
        <p:spPr>
          <a:xfrm>
            <a:off x="9367067" y="212998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1" name="Google Shape;2561;p37"/>
          <p:cNvSpPr/>
          <p:nvPr/>
        </p:nvSpPr>
        <p:spPr>
          <a:xfrm>
            <a:off x="8537627" y="173347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2" name="Google Shape;2562;p37"/>
          <p:cNvSpPr/>
          <p:nvPr/>
        </p:nvSpPr>
        <p:spPr>
          <a:xfrm>
            <a:off x="9317471" y="222171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3" name="Google Shape;2563;p37"/>
          <p:cNvSpPr/>
          <p:nvPr/>
        </p:nvSpPr>
        <p:spPr>
          <a:xfrm>
            <a:off x="8099273" y="177741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4" name="Google Shape;2564;p37"/>
          <p:cNvSpPr/>
          <p:nvPr/>
        </p:nvSpPr>
        <p:spPr>
          <a:xfrm>
            <a:off x="8135271" y="170688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5" name="Google Shape;2565;p37"/>
          <p:cNvSpPr/>
          <p:nvPr/>
        </p:nvSpPr>
        <p:spPr>
          <a:xfrm>
            <a:off x="8135271" y="161283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6" name="Google Shape;2566;p37"/>
          <p:cNvSpPr/>
          <p:nvPr/>
        </p:nvSpPr>
        <p:spPr>
          <a:xfrm>
            <a:off x="8223064" y="163244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7" name="Google Shape;2567;p37"/>
          <p:cNvSpPr/>
          <p:nvPr/>
        </p:nvSpPr>
        <p:spPr>
          <a:xfrm>
            <a:off x="8049677" y="155250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8" name="Google Shape;2568;p37"/>
          <p:cNvSpPr/>
          <p:nvPr/>
        </p:nvSpPr>
        <p:spPr>
          <a:xfrm>
            <a:off x="8110339" y="144825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9" name="Google Shape;2569;p37"/>
          <p:cNvSpPr/>
          <p:nvPr/>
        </p:nvSpPr>
        <p:spPr>
          <a:xfrm>
            <a:off x="8184867" y="151877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0" name="Google Shape;2570;p37"/>
          <p:cNvSpPr/>
          <p:nvPr/>
        </p:nvSpPr>
        <p:spPr>
          <a:xfrm>
            <a:off x="8272661" y="144888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1" name="Google Shape;2571;p37"/>
          <p:cNvSpPr/>
          <p:nvPr/>
        </p:nvSpPr>
        <p:spPr>
          <a:xfrm>
            <a:off x="8335789" y="151877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2" name="Google Shape;2572;p37"/>
          <p:cNvSpPr/>
          <p:nvPr/>
        </p:nvSpPr>
        <p:spPr>
          <a:xfrm>
            <a:off x="9185349" y="169866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3" name="Google Shape;2573;p37"/>
          <p:cNvSpPr/>
          <p:nvPr/>
        </p:nvSpPr>
        <p:spPr>
          <a:xfrm>
            <a:off x="9236145" y="174945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4" name="Google Shape;2574;p37"/>
          <p:cNvSpPr/>
          <p:nvPr/>
        </p:nvSpPr>
        <p:spPr>
          <a:xfrm>
            <a:off x="9331338" y="169866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5" name="Google Shape;2575;p37"/>
          <p:cNvSpPr/>
          <p:nvPr/>
        </p:nvSpPr>
        <p:spPr>
          <a:xfrm>
            <a:off x="9364861" y="194410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6" name="Google Shape;2576;p37"/>
          <p:cNvSpPr/>
          <p:nvPr/>
        </p:nvSpPr>
        <p:spPr>
          <a:xfrm>
            <a:off x="8016073" y="169575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7" name="Google Shape;2577;p37"/>
          <p:cNvSpPr/>
          <p:nvPr/>
        </p:nvSpPr>
        <p:spPr>
          <a:xfrm>
            <a:off x="8039738" y="15566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8" name="Google Shape;2578;p37"/>
          <p:cNvSpPr/>
          <p:nvPr/>
        </p:nvSpPr>
        <p:spPr>
          <a:xfrm>
            <a:off x="8504023" y="177731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9" name="Google Shape;2579;p37"/>
          <p:cNvSpPr/>
          <p:nvPr/>
        </p:nvSpPr>
        <p:spPr>
          <a:xfrm>
            <a:off x="8527688" y="190632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0" name="Google Shape;2580;p37"/>
          <p:cNvSpPr/>
          <p:nvPr/>
        </p:nvSpPr>
        <p:spPr>
          <a:xfrm>
            <a:off x="8645346" y="184119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1" name="Google Shape;2581;p37"/>
          <p:cNvSpPr/>
          <p:nvPr/>
        </p:nvSpPr>
        <p:spPr>
          <a:xfrm>
            <a:off x="8478092" y="199806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2" name="Google Shape;2582;p37"/>
          <p:cNvSpPr/>
          <p:nvPr/>
        </p:nvSpPr>
        <p:spPr>
          <a:xfrm>
            <a:off x="8694943" y="177731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3" name="Google Shape;2583;p37"/>
          <p:cNvSpPr/>
          <p:nvPr/>
        </p:nvSpPr>
        <p:spPr>
          <a:xfrm>
            <a:off x="8242990" y="181460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4" name="Google Shape;2584;p37"/>
          <p:cNvSpPr/>
          <p:nvPr/>
        </p:nvSpPr>
        <p:spPr>
          <a:xfrm>
            <a:off x="8242990" y="172055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5" name="Google Shape;2585;p37"/>
          <p:cNvSpPr/>
          <p:nvPr/>
        </p:nvSpPr>
        <p:spPr>
          <a:xfrm>
            <a:off x="8330783" y="174016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6" name="Google Shape;2586;p37"/>
          <p:cNvSpPr/>
          <p:nvPr/>
        </p:nvSpPr>
        <p:spPr>
          <a:xfrm>
            <a:off x="8157396" y="166021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7" name="Google Shape;2587;p37"/>
          <p:cNvSpPr/>
          <p:nvPr/>
        </p:nvSpPr>
        <p:spPr>
          <a:xfrm>
            <a:off x="8218058" y="155596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8" name="Google Shape;2588;p37"/>
          <p:cNvSpPr/>
          <p:nvPr/>
        </p:nvSpPr>
        <p:spPr>
          <a:xfrm>
            <a:off x="8292586" y="162649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9" name="Google Shape;2589;p37"/>
          <p:cNvSpPr/>
          <p:nvPr/>
        </p:nvSpPr>
        <p:spPr>
          <a:xfrm>
            <a:off x="8380380" y="155660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0" name="Google Shape;2590;p37"/>
          <p:cNvSpPr/>
          <p:nvPr/>
        </p:nvSpPr>
        <p:spPr>
          <a:xfrm>
            <a:off x="8443508" y="162649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1" name="Google Shape;2591;p37"/>
          <p:cNvSpPr/>
          <p:nvPr/>
        </p:nvSpPr>
        <p:spPr>
          <a:xfrm>
            <a:off x="9293068" y="180637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2" name="Google Shape;2592;p37"/>
          <p:cNvSpPr/>
          <p:nvPr/>
        </p:nvSpPr>
        <p:spPr>
          <a:xfrm>
            <a:off x="9343864" y="185717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3" name="Google Shape;2593;p37"/>
          <p:cNvSpPr/>
          <p:nvPr/>
        </p:nvSpPr>
        <p:spPr>
          <a:xfrm>
            <a:off x="8004009" y="158282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4" name="Google Shape;2594;p37"/>
          <p:cNvSpPr/>
          <p:nvPr/>
        </p:nvSpPr>
        <p:spPr>
          <a:xfrm>
            <a:off x="8525482" y="172045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5" name="Google Shape;2595;p37"/>
          <p:cNvSpPr/>
          <p:nvPr/>
        </p:nvSpPr>
        <p:spPr>
          <a:xfrm>
            <a:off x="8123792" y="180347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6" name="Google Shape;2596;p37"/>
          <p:cNvSpPr/>
          <p:nvPr/>
        </p:nvSpPr>
        <p:spPr>
          <a:xfrm>
            <a:off x="8147457" y="166432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7" name="Google Shape;2597;p37"/>
          <p:cNvSpPr/>
          <p:nvPr/>
        </p:nvSpPr>
        <p:spPr>
          <a:xfrm>
            <a:off x="8703469" y="181450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8" name="Google Shape;2598;p37"/>
          <p:cNvSpPr/>
          <p:nvPr/>
        </p:nvSpPr>
        <p:spPr>
          <a:xfrm>
            <a:off x="8611742" y="188503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9" name="Google Shape;2599;p37"/>
          <p:cNvSpPr/>
          <p:nvPr/>
        </p:nvSpPr>
        <p:spPr>
          <a:xfrm>
            <a:off x="8635407" y="201404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0" name="Google Shape;2600;p37"/>
          <p:cNvSpPr/>
          <p:nvPr/>
        </p:nvSpPr>
        <p:spPr>
          <a:xfrm>
            <a:off x="8753065" y="194891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1" name="Google Shape;2601;p37"/>
          <p:cNvSpPr/>
          <p:nvPr/>
        </p:nvSpPr>
        <p:spPr>
          <a:xfrm>
            <a:off x="8585811" y="210578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2" name="Google Shape;2602;p37"/>
          <p:cNvSpPr/>
          <p:nvPr/>
        </p:nvSpPr>
        <p:spPr>
          <a:xfrm>
            <a:off x="8802661" y="188503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3" name="Google Shape;2603;p37"/>
          <p:cNvSpPr/>
          <p:nvPr/>
        </p:nvSpPr>
        <p:spPr>
          <a:xfrm>
            <a:off x="8838659" y="181450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4" name="Google Shape;2604;p37"/>
          <p:cNvSpPr/>
          <p:nvPr/>
        </p:nvSpPr>
        <p:spPr>
          <a:xfrm>
            <a:off x="8838659" y="172045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5" name="Google Shape;2605;p37"/>
          <p:cNvSpPr/>
          <p:nvPr/>
        </p:nvSpPr>
        <p:spPr>
          <a:xfrm>
            <a:off x="8926452" y="174006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6" name="Google Shape;2606;p37"/>
          <p:cNvSpPr/>
          <p:nvPr/>
        </p:nvSpPr>
        <p:spPr>
          <a:xfrm>
            <a:off x="8265115" y="176793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7" name="Google Shape;2607;p37"/>
          <p:cNvSpPr/>
          <p:nvPr/>
        </p:nvSpPr>
        <p:spPr>
          <a:xfrm>
            <a:off x="8325777" y="166368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8" name="Google Shape;2608;p37"/>
          <p:cNvSpPr/>
          <p:nvPr/>
        </p:nvSpPr>
        <p:spPr>
          <a:xfrm>
            <a:off x="8400305" y="173421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9" name="Google Shape;2609;p37"/>
          <p:cNvSpPr/>
          <p:nvPr/>
        </p:nvSpPr>
        <p:spPr>
          <a:xfrm>
            <a:off x="8488098" y="166432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0" name="Google Shape;2610;p37"/>
          <p:cNvSpPr/>
          <p:nvPr/>
        </p:nvSpPr>
        <p:spPr>
          <a:xfrm>
            <a:off x="8551227" y="173421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1" name="Google Shape;2611;p37"/>
          <p:cNvSpPr/>
          <p:nvPr/>
        </p:nvSpPr>
        <p:spPr>
          <a:xfrm>
            <a:off x="8462435" y="213154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2" name="Google Shape;2612;p37"/>
          <p:cNvSpPr/>
          <p:nvPr/>
        </p:nvSpPr>
        <p:spPr>
          <a:xfrm>
            <a:off x="8513232" y="218234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3" name="Google Shape;2613;p37"/>
          <p:cNvSpPr/>
          <p:nvPr/>
        </p:nvSpPr>
        <p:spPr>
          <a:xfrm>
            <a:off x="8608425" y="213154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4" name="Google Shape;2614;p37"/>
          <p:cNvSpPr/>
          <p:nvPr/>
        </p:nvSpPr>
        <p:spPr>
          <a:xfrm>
            <a:off x="8641947" y="237699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5" name="Google Shape;2615;p37"/>
          <p:cNvSpPr/>
          <p:nvPr/>
        </p:nvSpPr>
        <p:spPr>
          <a:xfrm>
            <a:off x="8728208" y="235219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6" name="Google Shape;2616;p37"/>
          <p:cNvSpPr/>
          <p:nvPr/>
        </p:nvSpPr>
        <p:spPr>
          <a:xfrm>
            <a:off x="8751873" y="221304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7" name="Google Shape;2617;p37"/>
          <p:cNvSpPr/>
          <p:nvPr/>
        </p:nvSpPr>
        <p:spPr>
          <a:xfrm>
            <a:off x="8819934" y="247104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8" name="Google Shape;2618;p37"/>
          <p:cNvSpPr/>
          <p:nvPr/>
        </p:nvSpPr>
        <p:spPr>
          <a:xfrm>
            <a:off x="8728208" y="254157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9" name="Google Shape;2619;p37"/>
          <p:cNvSpPr/>
          <p:nvPr/>
        </p:nvSpPr>
        <p:spPr>
          <a:xfrm>
            <a:off x="8751873" y="267058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0" name="Google Shape;2620;p37"/>
          <p:cNvSpPr/>
          <p:nvPr/>
        </p:nvSpPr>
        <p:spPr>
          <a:xfrm>
            <a:off x="8869531" y="260545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1" name="Google Shape;2621;p37"/>
          <p:cNvSpPr/>
          <p:nvPr/>
        </p:nvSpPr>
        <p:spPr>
          <a:xfrm>
            <a:off x="8702276" y="276232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2" name="Google Shape;2622;p37"/>
          <p:cNvSpPr/>
          <p:nvPr/>
        </p:nvSpPr>
        <p:spPr>
          <a:xfrm>
            <a:off x="8919127" y="254157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3" name="Google Shape;2623;p37"/>
          <p:cNvSpPr/>
          <p:nvPr/>
        </p:nvSpPr>
        <p:spPr>
          <a:xfrm>
            <a:off x="8955124" y="247104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4" name="Google Shape;2624;p37"/>
          <p:cNvSpPr/>
          <p:nvPr/>
        </p:nvSpPr>
        <p:spPr>
          <a:xfrm>
            <a:off x="8955124" y="237699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5" name="Google Shape;2625;p37"/>
          <p:cNvSpPr/>
          <p:nvPr/>
        </p:nvSpPr>
        <p:spPr>
          <a:xfrm>
            <a:off x="9042918" y="239660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6" name="Google Shape;2626;p37"/>
          <p:cNvSpPr/>
          <p:nvPr/>
        </p:nvSpPr>
        <p:spPr>
          <a:xfrm>
            <a:off x="8869531" y="231666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7" name="Google Shape;2627;p37"/>
          <p:cNvSpPr/>
          <p:nvPr/>
        </p:nvSpPr>
        <p:spPr>
          <a:xfrm>
            <a:off x="8930193" y="221241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8" name="Google Shape;2628;p37"/>
          <p:cNvSpPr/>
          <p:nvPr/>
        </p:nvSpPr>
        <p:spPr>
          <a:xfrm>
            <a:off x="9004721" y="22829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9" name="Google Shape;2629;p37"/>
          <p:cNvSpPr/>
          <p:nvPr/>
        </p:nvSpPr>
        <p:spPr>
          <a:xfrm>
            <a:off x="9092514" y="221304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0" name="Google Shape;2630;p37"/>
          <p:cNvSpPr/>
          <p:nvPr/>
        </p:nvSpPr>
        <p:spPr>
          <a:xfrm>
            <a:off x="9155643" y="22829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1" name="Google Shape;2631;p37"/>
          <p:cNvSpPr/>
          <p:nvPr/>
        </p:nvSpPr>
        <p:spPr>
          <a:xfrm rot="-2700000">
            <a:off x="8620697" y="159908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2" name="Google Shape;2632;p37"/>
          <p:cNvSpPr/>
          <p:nvPr/>
        </p:nvSpPr>
        <p:spPr>
          <a:xfrm rot="-2700000">
            <a:off x="8692534" y="159908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3" name="Google Shape;2633;p37"/>
          <p:cNvSpPr/>
          <p:nvPr/>
        </p:nvSpPr>
        <p:spPr>
          <a:xfrm rot="-2700000">
            <a:off x="8723927" y="1495859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4" name="Google Shape;2634;p37"/>
          <p:cNvSpPr/>
          <p:nvPr/>
        </p:nvSpPr>
        <p:spPr>
          <a:xfrm rot="-2700000">
            <a:off x="8921190" y="1645712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5" name="Google Shape;2635;p37"/>
          <p:cNvSpPr/>
          <p:nvPr/>
        </p:nvSpPr>
        <p:spPr>
          <a:xfrm rot="-2700000">
            <a:off x="8964650" y="1567182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6" name="Google Shape;2636;p37"/>
          <p:cNvSpPr/>
          <p:nvPr/>
        </p:nvSpPr>
        <p:spPr>
          <a:xfrm rot="-2700000">
            <a:off x="8882991" y="1452057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7" name="Google Shape;2637;p37"/>
          <p:cNvSpPr/>
          <p:nvPr/>
        </p:nvSpPr>
        <p:spPr>
          <a:xfrm rot="-2700000">
            <a:off x="9113550" y="1586361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8" name="Google Shape;2638;p37"/>
          <p:cNvSpPr/>
          <p:nvPr/>
        </p:nvSpPr>
        <p:spPr>
          <a:xfrm rot="-2700000">
            <a:off x="9098560" y="1701092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9" name="Google Shape;2639;p37"/>
          <p:cNvSpPr/>
          <p:nvPr/>
        </p:nvSpPr>
        <p:spPr>
          <a:xfrm rot="-2700000">
            <a:off x="9206521" y="1775585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0" name="Google Shape;2640;p37"/>
          <p:cNvSpPr/>
          <p:nvPr/>
        </p:nvSpPr>
        <p:spPr>
          <a:xfrm rot="-2700000">
            <a:off x="9236318" y="1875521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1" name="Google Shape;2641;p37"/>
          <p:cNvSpPr/>
          <p:nvPr/>
        </p:nvSpPr>
        <p:spPr>
          <a:xfrm rot="-2700000">
            <a:off x="8773035" y="159908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2" name="Google Shape;2642;p37"/>
          <p:cNvSpPr/>
          <p:nvPr/>
        </p:nvSpPr>
        <p:spPr>
          <a:xfrm rot="-2700000">
            <a:off x="8844871" y="159908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3" name="Google Shape;2643;p37"/>
          <p:cNvSpPr/>
          <p:nvPr/>
        </p:nvSpPr>
        <p:spPr>
          <a:xfrm rot="-2700000">
            <a:off x="8876265" y="1495859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4" name="Google Shape;2644;p37"/>
          <p:cNvSpPr/>
          <p:nvPr/>
        </p:nvSpPr>
        <p:spPr>
          <a:xfrm rot="-2700000">
            <a:off x="9073527" y="1645712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5" name="Google Shape;2645;p37"/>
          <p:cNvSpPr/>
          <p:nvPr/>
        </p:nvSpPr>
        <p:spPr>
          <a:xfrm rot="-2700000">
            <a:off x="8925372" y="159908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6" name="Google Shape;2646;p37"/>
          <p:cNvSpPr/>
          <p:nvPr/>
        </p:nvSpPr>
        <p:spPr>
          <a:xfrm rot="-2700000">
            <a:off x="8997209" y="159908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7" name="Google Shape;2647;p37"/>
          <p:cNvSpPr/>
          <p:nvPr/>
        </p:nvSpPr>
        <p:spPr>
          <a:xfrm>
            <a:off x="8255175" y="177204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8" name="Google Shape;2648;p37"/>
          <p:cNvSpPr/>
          <p:nvPr/>
        </p:nvSpPr>
        <p:spPr>
          <a:xfrm>
            <a:off x="8107800" y="181460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9" name="Google Shape;2649;p37"/>
          <p:cNvSpPr/>
          <p:nvPr/>
        </p:nvSpPr>
        <p:spPr>
          <a:xfrm>
            <a:off x="8215518" y="192232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0" name="Google Shape;2650;p37"/>
          <p:cNvSpPr/>
          <p:nvPr/>
        </p:nvSpPr>
        <p:spPr>
          <a:xfrm>
            <a:off x="8551225" y="288816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1" name="Google Shape;2651;p37"/>
          <p:cNvSpPr/>
          <p:nvPr/>
        </p:nvSpPr>
        <p:spPr>
          <a:xfrm>
            <a:off x="8926525" y="20843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2" name="Google Shape;2652;p37"/>
          <p:cNvSpPr/>
          <p:nvPr/>
        </p:nvSpPr>
        <p:spPr>
          <a:xfrm>
            <a:off x="8926525" y="199028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3" name="Google Shape;2653;p37"/>
          <p:cNvSpPr/>
          <p:nvPr/>
        </p:nvSpPr>
        <p:spPr>
          <a:xfrm>
            <a:off x="9014318" y="200989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4" name="Google Shape;2654;p37"/>
          <p:cNvSpPr/>
          <p:nvPr/>
        </p:nvSpPr>
        <p:spPr>
          <a:xfrm>
            <a:off x="8840931" y="192995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5" name="Google Shape;2655;p37"/>
          <p:cNvSpPr/>
          <p:nvPr/>
        </p:nvSpPr>
        <p:spPr>
          <a:xfrm>
            <a:off x="8901593" y="18257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6" name="Google Shape;2656;p37"/>
          <p:cNvSpPr/>
          <p:nvPr/>
        </p:nvSpPr>
        <p:spPr>
          <a:xfrm>
            <a:off x="8976121" y="189623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7" name="Google Shape;2657;p37"/>
          <p:cNvSpPr/>
          <p:nvPr/>
        </p:nvSpPr>
        <p:spPr>
          <a:xfrm>
            <a:off x="9063915" y="18263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8" name="Google Shape;2658;p37"/>
          <p:cNvSpPr/>
          <p:nvPr/>
        </p:nvSpPr>
        <p:spPr>
          <a:xfrm>
            <a:off x="8807327" y="207320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9" name="Google Shape;2659;p37"/>
          <p:cNvSpPr/>
          <p:nvPr/>
        </p:nvSpPr>
        <p:spPr>
          <a:xfrm>
            <a:off x="8830992" y="193406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0" name="Google Shape;2660;p37"/>
          <p:cNvSpPr/>
          <p:nvPr/>
        </p:nvSpPr>
        <p:spPr>
          <a:xfrm>
            <a:off x="9034244" y="20980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1" name="Google Shape;2661;p37"/>
          <p:cNvSpPr/>
          <p:nvPr/>
        </p:nvSpPr>
        <p:spPr>
          <a:xfrm>
            <a:off x="8948650" y="203767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2" name="Google Shape;2662;p37"/>
          <p:cNvSpPr/>
          <p:nvPr/>
        </p:nvSpPr>
        <p:spPr>
          <a:xfrm>
            <a:off x="9009312" y="193342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3" name="Google Shape;2663;p37"/>
          <p:cNvSpPr/>
          <p:nvPr/>
        </p:nvSpPr>
        <p:spPr>
          <a:xfrm>
            <a:off x="9083840" y="200395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4" name="Google Shape;2664;p37"/>
          <p:cNvSpPr/>
          <p:nvPr/>
        </p:nvSpPr>
        <p:spPr>
          <a:xfrm>
            <a:off x="8938710" y="204177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5" name="Google Shape;2665;p37"/>
          <p:cNvSpPr/>
          <p:nvPr/>
        </p:nvSpPr>
        <p:spPr>
          <a:xfrm>
            <a:off x="9338210" y="198295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6" name="Google Shape;2666;p37"/>
          <p:cNvSpPr/>
          <p:nvPr/>
        </p:nvSpPr>
        <p:spPr>
          <a:xfrm>
            <a:off x="9338210" y="188890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7" name="Google Shape;2667;p37"/>
          <p:cNvSpPr/>
          <p:nvPr/>
        </p:nvSpPr>
        <p:spPr>
          <a:xfrm>
            <a:off x="9426003" y="190851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8" name="Google Shape;2668;p37"/>
          <p:cNvSpPr/>
          <p:nvPr/>
        </p:nvSpPr>
        <p:spPr>
          <a:xfrm>
            <a:off x="9252616" y="182857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9" name="Google Shape;2669;p37"/>
          <p:cNvSpPr/>
          <p:nvPr/>
        </p:nvSpPr>
        <p:spPr>
          <a:xfrm>
            <a:off x="9313278" y="172432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0" name="Google Shape;2670;p37"/>
          <p:cNvSpPr/>
          <p:nvPr/>
        </p:nvSpPr>
        <p:spPr>
          <a:xfrm>
            <a:off x="9387806" y="179485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1" name="Google Shape;2671;p37"/>
          <p:cNvSpPr/>
          <p:nvPr/>
        </p:nvSpPr>
        <p:spPr>
          <a:xfrm>
            <a:off x="9475600" y="172495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2" name="Google Shape;2672;p37"/>
          <p:cNvSpPr/>
          <p:nvPr/>
        </p:nvSpPr>
        <p:spPr>
          <a:xfrm>
            <a:off x="9219012" y="197182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3" name="Google Shape;2673;p37"/>
          <p:cNvSpPr/>
          <p:nvPr/>
        </p:nvSpPr>
        <p:spPr>
          <a:xfrm>
            <a:off x="9242677" y="183267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4" name="Google Shape;2674;p37"/>
          <p:cNvSpPr/>
          <p:nvPr/>
        </p:nvSpPr>
        <p:spPr>
          <a:xfrm>
            <a:off x="9445928" y="199662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5" name="Google Shape;2675;p37"/>
          <p:cNvSpPr/>
          <p:nvPr/>
        </p:nvSpPr>
        <p:spPr>
          <a:xfrm>
            <a:off x="9360335" y="193629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6" name="Google Shape;2676;p37"/>
          <p:cNvSpPr/>
          <p:nvPr/>
        </p:nvSpPr>
        <p:spPr>
          <a:xfrm>
            <a:off x="9420997" y="183204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7" name="Google Shape;2677;p37"/>
          <p:cNvSpPr/>
          <p:nvPr/>
        </p:nvSpPr>
        <p:spPr>
          <a:xfrm>
            <a:off x="9495525" y="190256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8" name="Google Shape;2678;p37"/>
          <p:cNvSpPr/>
          <p:nvPr/>
        </p:nvSpPr>
        <p:spPr>
          <a:xfrm>
            <a:off x="9350395" y="194039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9" name="Google Shape;2679;p37"/>
          <p:cNvSpPr/>
          <p:nvPr/>
        </p:nvSpPr>
        <p:spPr>
          <a:xfrm>
            <a:off x="7874767" y="164572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0" name="Google Shape;2680;p37"/>
          <p:cNvSpPr/>
          <p:nvPr/>
        </p:nvSpPr>
        <p:spPr>
          <a:xfrm>
            <a:off x="7885281" y="184119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1" name="Google Shape;2681;p37"/>
          <p:cNvSpPr/>
          <p:nvPr/>
        </p:nvSpPr>
        <p:spPr>
          <a:xfrm>
            <a:off x="8585806" y="281193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82" name="Google Shape;268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08475" y="1138913"/>
            <a:ext cx="2063126" cy="2002874"/>
          </a:xfrm>
          <a:prstGeom prst="rect">
            <a:avLst/>
          </a:prstGeom>
          <a:noFill/>
          <a:ln>
            <a:noFill/>
          </a:ln>
        </p:spPr>
      </p:pic>
      <p:sp>
        <p:nvSpPr>
          <p:cNvPr id="2683" name="Google Shape;2683;p37"/>
          <p:cNvSpPr/>
          <p:nvPr/>
        </p:nvSpPr>
        <p:spPr>
          <a:xfrm>
            <a:off x="267480" y="160071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4" name="Google Shape;2684;p37"/>
          <p:cNvSpPr/>
          <p:nvPr/>
        </p:nvSpPr>
        <p:spPr>
          <a:xfrm>
            <a:off x="318277" y="165151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5" name="Google Shape;2685;p37"/>
          <p:cNvSpPr/>
          <p:nvPr/>
        </p:nvSpPr>
        <p:spPr>
          <a:xfrm>
            <a:off x="413470" y="160071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6" name="Google Shape;2686;p37"/>
          <p:cNvSpPr/>
          <p:nvPr/>
        </p:nvSpPr>
        <p:spPr>
          <a:xfrm>
            <a:off x="446992" y="184616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7" name="Google Shape;2687;p37"/>
          <p:cNvSpPr/>
          <p:nvPr/>
        </p:nvSpPr>
        <p:spPr>
          <a:xfrm>
            <a:off x="533253" y="182136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8" name="Google Shape;2688;p37"/>
          <p:cNvSpPr/>
          <p:nvPr/>
        </p:nvSpPr>
        <p:spPr>
          <a:xfrm>
            <a:off x="556917" y="168221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9" name="Google Shape;2689;p37"/>
          <p:cNvSpPr/>
          <p:nvPr/>
        </p:nvSpPr>
        <p:spPr>
          <a:xfrm>
            <a:off x="533253" y="201074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0" name="Google Shape;2690;p37"/>
          <p:cNvSpPr/>
          <p:nvPr/>
        </p:nvSpPr>
        <p:spPr>
          <a:xfrm>
            <a:off x="556917" y="213975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1" name="Google Shape;2691;p37"/>
          <p:cNvSpPr/>
          <p:nvPr/>
        </p:nvSpPr>
        <p:spPr>
          <a:xfrm>
            <a:off x="-272523" y="174324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2" name="Google Shape;2692;p37"/>
          <p:cNvSpPr/>
          <p:nvPr/>
        </p:nvSpPr>
        <p:spPr>
          <a:xfrm>
            <a:off x="507321" y="223149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3" name="Google Shape;2693;p37"/>
          <p:cNvSpPr/>
          <p:nvPr/>
        </p:nvSpPr>
        <p:spPr>
          <a:xfrm>
            <a:off x="-710877" y="178718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4" name="Google Shape;2694;p37"/>
          <p:cNvSpPr/>
          <p:nvPr/>
        </p:nvSpPr>
        <p:spPr>
          <a:xfrm>
            <a:off x="-674879" y="171665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5" name="Google Shape;2695;p37"/>
          <p:cNvSpPr/>
          <p:nvPr/>
        </p:nvSpPr>
        <p:spPr>
          <a:xfrm>
            <a:off x="-674879" y="162260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6" name="Google Shape;2696;p37"/>
          <p:cNvSpPr/>
          <p:nvPr/>
        </p:nvSpPr>
        <p:spPr>
          <a:xfrm>
            <a:off x="-587086" y="164221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7" name="Google Shape;2697;p37"/>
          <p:cNvSpPr/>
          <p:nvPr/>
        </p:nvSpPr>
        <p:spPr>
          <a:xfrm>
            <a:off x="-760473" y="156227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8" name="Google Shape;2698;p37"/>
          <p:cNvSpPr/>
          <p:nvPr/>
        </p:nvSpPr>
        <p:spPr>
          <a:xfrm>
            <a:off x="-699811" y="145802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9" name="Google Shape;2699;p37"/>
          <p:cNvSpPr/>
          <p:nvPr/>
        </p:nvSpPr>
        <p:spPr>
          <a:xfrm>
            <a:off x="-625283" y="152855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0" name="Google Shape;2700;p37"/>
          <p:cNvSpPr/>
          <p:nvPr/>
        </p:nvSpPr>
        <p:spPr>
          <a:xfrm>
            <a:off x="-537489" y="145865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1" name="Google Shape;2701;p37"/>
          <p:cNvSpPr/>
          <p:nvPr/>
        </p:nvSpPr>
        <p:spPr>
          <a:xfrm>
            <a:off x="-474361" y="152855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2" name="Google Shape;2702;p37"/>
          <p:cNvSpPr/>
          <p:nvPr/>
        </p:nvSpPr>
        <p:spPr>
          <a:xfrm>
            <a:off x="375199" y="170843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3" name="Google Shape;2703;p37"/>
          <p:cNvSpPr/>
          <p:nvPr/>
        </p:nvSpPr>
        <p:spPr>
          <a:xfrm>
            <a:off x="425995" y="175923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4" name="Google Shape;2704;p37"/>
          <p:cNvSpPr/>
          <p:nvPr/>
        </p:nvSpPr>
        <p:spPr>
          <a:xfrm>
            <a:off x="521188" y="170843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5" name="Google Shape;2705;p37"/>
          <p:cNvSpPr/>
          <p:nvPr/>
        </p:nvSpPr>
        <p:spPr>
          <a:xfrm>
            <a:off x="554711" y="195388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6" name="Google Shape;2706;p37"/>
          <p:cNvSpPr/>
          <p:nvPr/>
        </p:nvSpPr>
        <p:spPr>
          <a:xfrm>
            <a:off x="-306127" y="178708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7" name="Google Shape;2707;p37"/>
          <p:cNvSpPr/>
          <p:nvPr/>
        </p:nvSpPr>
        <p:spPr>
          <a:xfrm>
            <a:off x="-282462" y="191610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8" name="Google Shape;2708;p37"/>
          <p:cNvSpPr/>
          <p:nvPr/>
        </p:nvSpPr>
        <p:spPr>
          <a:xfrm>
            <a:off x="-164804" y="185096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9" name="Google Shape;2709;p37"/>
          <p:cNvSpPr/>
          <p:nvPr/>
        </p:nvSpPr>
        <p:spPr>
          <a:xfrm>
            <a:off x="-332058" y="200783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0" name="Google Shape;2710;p37"/>
          <p:cNvSpPr/>
          <p:nvPr/>
        </p:nvSpPr>
        <p:spPr>
          <a:xfrm>
            <a:off x="-115207" y="178708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1" name="Google Shape;2711;p37"/>
          <p:cNvSpPr/>
          <p:nvPr/>
        </p:nvSpPr>
        <p:spPr>
          <a:xfrm>
            <a:off x="-567160" y="182437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2" name="Google Shape;2712;p37"/>
          <p:cNvSpPr/>
          <p:nvPr/>
        </p:nvSpPr>
        <p:spPr>
          <a:xfrm>
            <a:off x="-567160" y="173032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3" name="Google Shape;2713;p37"/>
          <p:cNvSpPr/>
          <p:nvPr/>
        </p:nvSpPr>
        <p:spPr>
          <a:xfrm>
            <a:off x="-479367" y="174993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4" name="Google Shape;2714;p37"/>
          <p:cNvSpPr/>
          <p:nvPr/>
        </p:nvSpPr>
        <p:spPr>
          <a:xfrm>
            <a:off x="-652754" y="166999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5" name="Google Shape;2715;p37"/>
          <p:cNvSpPr/>
          <p:nvPr/>
        </p:nvSpPr>
        <p:spPr>
          <a:xfrm>
            <a:off x="-592092" y="156574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6" name="Google Shape;2716;p37"/>
          <p:cNvSpPr/>
          <p:nvPr/>
        </p:nvSpPr>
        <p:spPr>
          <a:xfrm>
            <a:off x="-517564" y="163627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7" name="Google Shape;2717;p37"/>
          <p:cNvSpPr/>
          <p:nvPr/>
        </p:nvSpPr>
        <p:spPr>
          <a:xfrm>
            <a:off x="-429770" y="156637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8" name="Google Shape;2718;p37"/>
          <p:cNvSpPr/>
          <p:nvPr/>
        </p:nvSpPr>
        <p:spPr>
          <a:xfrm>
            <a:off x="-366642" y="163627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9" name="Google Shape;2719;p37"/>
          <p:cNvSpPr/>
          <p:nvPr/>
        </p:nvSpPr>
        <p:spPr>
          <a:xfrm>
            <a:off x="482918" y="181615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0" name="Google Shape;2720;p37"/>
          <p:cNvSpPr/>
          <p:nvPr/>
        </p:nvSpPr>
        <p:spPr>
          <a:xfrm>
            <a:off x="533714" y="186694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1" name="Google Shape;2721;p37"/>
          <p:cNvSpPr/>
          <p:nvPr/>
        </p:nvSpPr>
        <p:spPr>
          <a:xfrm>
            <a:off x="-284668" y="173022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2" name="Google Shape;2722;p37"/>
          <p:cNvSpPr/>
          <p:nvPr/>
        </p:nvSpPr>
        <p:spPr>
          <a:xfrm>
            <a:off x="-686358" y="181324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3" name="Google Shape;2723;p37"/>
          <p:cNvSpPr/>
          <p:nvPr/>
        </p:nvSpPr>
        <p:spPr>
          <a:xfrm>
            <a:off x="-662693" y="167409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4" name="Google Shape;2724;p37"/>
          <p:cNvSpPr/>
          <p:nvPr/>
        </p:nvSpPr>
        <p:spPr>
          <a:xfrm>
            <a:off x="-106681" y="182428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5" name="Google Shape;2725;p37"/>
          <p:cNvSpPr/>
          <p:nvPr/>
        </p:nvSpPr>
        <p:spPr>
          <a:xfrm>
            <a:off x="-198408" y="189480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6" name="Google Shape;2726;p37"/>
          <p:cNvSpPr/>
          <p:nvPr/>
        </p:nvSpPr>
        <p:spPr>
          <a:xfrm>
            <a:off x="-174743" y="202382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7" name="Google Shape;2727;p37"/>
          <p:cNvSpPr/>
          <p:nvPr/>
        </p:nvSpPr>
        <p:spPr>
          <a:xfrm>
            <a:off x="-57085" y="195868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8" name="Google Shape;2728;p37"/>
          <p:cNvSpPr/>
          <p:nvPr/>
        </p:nvSpPr>
        <p:spPr>
          <a:xfrm>
            <a:off x="-224339" y="211555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9" name="Google Shape;2729;p37"/>
          <p:cNvSpPr/>
          <p:nvPr/>
        </p:nvSpPr>
        <p:spPr>
          <a:xfrm>
            <a:off x="-7489" y="189480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0" name="Google Shape;2730;p37"/>
          <p:cNvSpPr/>
          <p:nvPr/>
        </p:nvSpPr>
        <p:spPr>
          <a:xfrm>
            <a:off x="28509" y="182428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1" name="Google Shape;2731;p37"/>
          <p:cNvSpPr/>
          <p:nvPr/>
        </p:nvSpPr>
        <p:spPr>
          <a:xfrm>
            <a:off x="28509" y="173022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2" name="Google Shape;2732;p37"/>
          <p:cNvSpPr/>
          <p:nvPr/>
        </p:nvSpPr>
        <p:spPr>
          <a:xfrm>
            <a:off x="116302" y="174984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3" name="Google Shape;2733;p37"/>
          <p:cNvSpPr/>
          <p:nvPr/>
        </p:nvSpPr>
        <p:spPr>
          <a:xfrm>
            <a:off x="-545035" y="177771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4" name="Google Shape;2734;p37"/>
          <p:cNvSpPr/>
          <p:nvPr/>
        </p:nvSpPr>
        <p:spPr>
          <a:xfrm>
            <a:off x="-484373" y="167346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5" name="Google Shape;2735;p37"/>
          <p:cNvSpPr/>
          <p:nvPr/>
        </p:nvSpPr>
        <p:spPr>
          <a:xfrm>
            <a:off x="-409845" y="174398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6" name="Google Shape;2736;p37"/>
          <p:cNvSpPr/>
          <p:nvPr/>
        </p:nvSpPr>
        <p:spPr>
          <a:xfrm>
            <a:off x="-322052" y="167409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7" name="Google Shape;2737;p37"/>
          <p:cNvSpPr/>
          <p:nvPr/>
        </p:nvSpPr>
        <p:spPr>
          <a:xfrm>
            <a:off x="-258923" y="174398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8" name="Google Shape;2738;p37"/>
          <p:cNvSpPr/>
          <p:nvPr/>
        </p:nvSpPr>
        <p:spPr>
          <a:xfrm>
            <a:off x="-347715" y="214132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9" name="Google Shape;2739;p37"/>
          <p:cNvSpPr/>
          <p:nvPr/>
        </p:nvSpPr>
        <p:spPr>
          <a:xfrm>
            <a:off x="-296918" y="219211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0" name="Google Shape;2740;p37"/>
          <p:cNvSpPr/>
          <p:nvPr/>
        </p:nvSpPr>
        <p:spPr>
          <a:xfrm>
            <a:off x="-201725" y="214132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1" name="Google Shape;2741;p37"/>
          <p:cNvSpPr/>
          <p:nvPr/>
        </p:nvSpPr>
        <p:spPr>
          <a:xfrm>
            <a:off x="-168203" y="238676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2" name="Google Shape;2742;p37"/>
          <p:cNvSpPr/>
          <p:nvPr/>
        </p:nvSpPr>
        <p:spPr>
          <a:xfrm>
            <a:off x="-81942" y="236197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3" name="Google Shape;2743;p37"/>
          <p:cNvSpPr/>
          <p:nvPr/>
        </p:nvSpPr>
        <p:spPr>
          <a:xfrm>
            <a:off x="-58277" y="222282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4" name="Google Shape;2744;p37"/>
          <p:cNvSpPr/>
          <p:nvPr/>
        </p:nvSpPr>
        <p:spPr>
          <a:xfrm>
            <a:off x="9784" y="248081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5" name="Google Shape;2745;p37"/>
          <p:cNvSpPr/>
          <p:nvPr/>
        </p:nvSpPr>
        <p:spPr>
          <a:xfrm>
            <a:off x="-81942" y="255134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6" name="Google Shape;2746;p37"/>
          <p:cNvSpPr/>
          <p:nvPr/>
        </p:nvSpPr>
        <p:spPr>
          <a:xfrm>
            <a:off x="-58277" y="268036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7" name="Google Shape;2747;p37"/>
          <p:cNvSpPr/>
          <p:nvPr/>
        </p:nvSpPr>
        <p:spPr>
          <a:xfrm>
            <a:off x="59381" y="261522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8" name="Google Shape;2748;p37"/>
          <p:cNvSpPr/>
          <p:nvPr/>
        </p:nvSpPr>
        <p:spPr>
          <a:xfrm>
            <a:off x="-107874" y="277209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9" name="Google Shape;2749;p37"/>
          <p:cNvSpPr/>
          <p:nvPr/>
        </p:nvSpPr>
        <p:spPr>
          <a:xfrm>
            <a:off x="108977" y="255134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0" name="Google Shape;2750;p37"/>
          <p:cNvSpPr/>
          <p:nvPr/>
        </p:nvSpPr>
        <p:spPr>
          <a:xfrm>
            <a:off x="144974" y="248081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1" name="Google Shape;2751;p37"/>
          <p:cNvSpPr/>
          <p:nvPr/>
        </p:nvSpPr>
        <p:spPr>
          <a:xfrm>
            <a:off x="144974" y="238676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2" name="Google Shape;2752;p37"/>
          <p:cNvSpPr/>
          <p:nvPr/>
        </p:nvSpPr>
        <p:spPr>
          <a:xfrm>
            <a:off x="232768" y="240638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3" name="Google Shape;2753;p37"/>
          <p:cNvSpPr/>
          <p:nvPr/>
        </p:nvSpPr>
        <p:spPr>
          <a:xfrm>
            <a:off x="59381" y="232643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4" name="Google Shape;2754;p37"/>
          <p:cNvSpPr/>
          <p:nvPr/>
        </p:nvSpPr>
        <p:spPr>
          <a:xfrm>
            <a:off x="120043" y="222218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5" name="Google Shape;2755;p37"/>
          <p:cNvSpPr/>
          <p:nvPr/>
        </p:nvSpPr>
        <p:spPr>
          <a:xfrm>
            <a:off x="194571" y="229271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6" name="Google Shape;2756;p37"/>
          <p:cNvSpPr/>
          <p:nvPr/>
        </p:nvSpPr>
        <p:spPr>
          <a:xfrm>
            <a:off x="282364" y="222282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7" name="Google Shape;2757;p37"/>
          <p:cNvSpPr/>
          <p:nvPr/>
        </p:nvSpPr>
        <p:spPr>
          <a:xfrm>
            <a:off x="345493" y="229271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8" name="Google Shape;2758;p37"/>
          <p:cNvSpPr/>
          <p:nvPr/>
        </p:nvSpPr>
        <p:spPr>
          <a:xfrm rot="-2700000">
            <a:off x="-189453" y="160886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9" name="Google Shape;2759;p37"/>
          <p:cNvSpPr/>
          <p:nvPr/>
        </p:nvSpPr>
        <p:spPr>
          <a:xfrm rot="-2700000">
            <a:off x="-117616" y="160886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0" name="Google Shape;2760;p37"/>
          <p:cNvSpPr/>
          <p:nvPr/>
        </p:nvSpPr>
        <p:spPr>
          <a:xfrm rot="-2700000">
            <a:off x="-86223" y="1505634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1" name="Google Shape;2761;p37"/>
          <p:cNvSpPr/>
          <p:nvPr/>
        </p:nvSpPr>
        <p:spPr>
          <a:xfrm rot="-2700000">
            <a:off x="111040" y="1655487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2" name="Google Shape;2762;p37"/>
          <p:cNvSpPr/>
          <p:nvPr/>
        </p:nvSpPr>
        <p:spPr>
          <a:xfrm rot="-2700000">
            <a:off x="154500" y="1576957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3" name="Google Shape;2763;p37"/>
          <p:cNvSpPr/>
          <p:nvPr/>
        </p:nvSpPr>
        <p:spPr>
          <a:xfrm rot="-2700000">
            <a:off x="72841" y="1461832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4" name="Google Shape;2764;p37"/>
          <p:cNvSpPr/>
          <p:nvPr/>
        </p:nvSpPr>
        <p:spPr>
          <a:xfrm rot="-2700000">
            <a:off x="303400" y="1596136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5" name="Google Shape;2765;p37"/>
          <p:cNvSpPr/>
          <p:nvPr/>
        </p:nvSpPr>
        <p:spPr>
          <a:xfrm rot="-2700000">
            <a:off x="288410" y="1710867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6" name="Google Shape;2766;p37"/>
          <p:cNvSpPr/>
          <p:nvPr/>
        </p:nvSpPr>
        <p:spPr>
          <a:xfrm rot="-2700000">
            <a:off x="396371" y="1785360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7" name="Google Shape;2767;p37"/>
          <p:cNvSpPr/>
          <p:nvPr/>
        </p:nvSpPr>
        <p:spPr>
          <a:xfrm rot="-2700000">
            <a:off x="426168" y="1885296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8" name="Google Shape;2768;p37"/>
          <p:cNvSpPr/>
          <p:nvPr/>
        </p:nvSpPr>
        <p:spPr>
          <a:xfrm rot="-2700000">
            <a:off x="-37115" y="160886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9" name="Google Shape;2769;p37"/>
          <p:cNvSpPr/>
          <p:nvPr/>
        </p:nvSpPr>
        <p:spPr>
          <a:xfrm rot="-2700000">
            <a:off x="34721" y="160886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0" name="Google Shape;2770;p37"/>
          <p:cNvSpPr/>
          <p:nvPr/>
        </p:nvSpPr>
        <p:spPr>
          <a:xfrm rot="-2700000">
            <a:off x="66115" y="1505634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1" name="Google Shape;2771;p37"/>
          <p:cNvSpPr/>
          <p:nvPr/>
        </p:nvSpPr>
        <p:spPr>
          <a:xfrm rot="-2700000">
            <a:off x="263377" y="1655487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2" name="Google Shape;2772;p37"/>
          <p:cNvSpPr/>
          <p:nvPr/>
        </p:nvSpPr>
        <p:spPr>
          <a:xfrm rot="-2700000">
            <a:off x="115222" y="160886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3" name="Google Shape;2773;p37"/>
          <p:cNvSpPr/>
          <p:nvPr/>
        </p:nvSpPr>
        <p:spPr>
          <a:xfrm rot="-2700000">
            <a:off x="187059" y="160886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4" name="Google Shape;2774;p37"/>
          <p:cNvSpPr/>
          <p:nvPr/>
        </p:nvSpPr>
        <p:spPr>
          <a:xfrm>
            <a:off x="-554975" y="178181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5" name="Google Shape;2775;p37"/>
          <p:cNvSpPr/>
          <p:nvPr/>
        </p:nvSpPr>
        <p:spPr>
          <a:xfrm>
            <a:off x="-702350" y="182437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6" name="Google Shape;2776;p37"/>
          <p:cNvSpPr/>
          <p:nvPr/>
        </p:nvSpPr>
        <p:spPr>
          <a:xfrm>
            <a:off x="-594632" y="193209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7" name="Google Shape;2777;p37"/>
          <p:cNvSpPr/>
          <p:nvPr/>
        </p:nvSpPr>
        <p:spPr>
          <a:xfrm>
            <a:off x="-258925" y="289793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8" name="Google Shape;2778;p37"/>
          <p:cNvSpPr/>
          <p:nvPr/>
        </p:nvSpPr>
        <p:spPr>
          <a:xfrm>
            <a:off x="116375" y="209411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9" name="Google Shape;2779;p37"/>
          <p:cNvSpPr/>
          <p:nvPr/>
        </p:nvSpPr>
        <p:spPr>
          <a:xfrm>
            <a:off x="116375" y="200006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0" name="Google Shape;2780;p37"/>
          <p:cNvSpPr/>
          <p:nvPr/>
        </p:nvSpPr>
        <p:spPr>
          <a:xfrm>
            <a:off x="204168" y="201967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1" name="Google Shape;2781;p37"/>
          <p:cNvSpPr/>
          <p:nvPr/>
        </p:nvSpPr>
        <p:spPr>
          <a:xfrm>
            <a:off x="30781" y="193973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2" name="Google Shape;2782;p37"/>
          <p:cNvSpPr/>
          <p:nvPr/>
        </p:nvSpPr>
        <p:spPr>
          <a:xfrm>
            <a:off x="91443" y="183548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3" name="Google Shape;2783;p37"/>
          <p:cNvSpPr/>
          <p:nvPr/>
        </p:nvSpPr>
        <p:spPr>
          <a:xfrm>
            <a:off x="165971" y="190600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4" name="Google Shape;2784;p37"/>
          <p:cNvSpPr/>
          <p:nvPr/>
        </p:nvSpPr>
        <p:spPr>
          <a:xfrm>
            <a:off x="253765" y="183611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5" name="Google Shape;2785;p37"/>
          <p:cNvSpPr/>
          <p:nvPr/>
        </p:nvSpPr>
        <p:spPr>
          <a:xfrm>
            <a:off x="-2823" y="208298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6" name="Google Shape;2786;p37"/>
          <p:cNvSpPr/>
          <p:nvPr/>
        </p:nvSpPr>
        <p:spPr>
          <a:xfrm>
            <a:off x="20842" y="194383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7" name="Google Shape;2787;p37"/>
          <p:cNvSpPr/>
          <p:nvPr/>
        </p:nvSpPr>
        <p:spPr>
          <a:xfrm>
            <a:off x="224094" y="210778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8" name="Google Shape;2788;p37"/>
          <p:cNvSpPr/>
          <p:nvPr/>
        </p:nvSpPr>
        <p:spPr>
          <a:xfrm>
            <a:off x="138500" y="204744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9" name="Google Shape;2789;p37"/>
          <p:cNvSpPr/>
          <p:nvPr/>
        </p:nvSpPr>
        <p:spPr>
          <a:xfrm>
            <a:off x="199162" y="194319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0" name="Google Shape;2790;p37"/>
          <p:cNvSpPr/>
          <p:nvPr/>
        </p:nvSpPr>
        <p:spPr>
          <a:xfrm>
            <a:off x="273690" y="201372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1" name="Google Shape;2791;p37"/>
          <p:cNvSpPr/>
          <p:nvPr/>
        </p:nvSpPr>
        <p:spPr>
          <a:xfrm>
            <a:off x="128560" y="205155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2" name="Google Shape;2792;p37"/>
          <p:cNvSpPr/>
          <p:nvPr/>
        </p:nvSpPr>
        <p:spPr>
          <a:xfrm>
            <a:off x="528060" y="199273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3" name="Google Shape;2793;p37"/>
          <p:cNvSpPr/>
          <p:nvPr/>
        </p:nvSpPr>
        <p:spPr>
          <a:xfrm>
            <a:off x="528060" y="189868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4" name="Google Shape;2794;p37"/>
          <p:cNvSpPr/>
          <p:nvPr/>
        </p:nvSpPr>
        <p:spPr>
          <a:xfrm>
            <a:off x="442466" y="183834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5" name="Google Shape;2795;p37"/>
          <p:cNvSpPr/>
          <p:nvPr/>
        </p:nvSpPr>
        <p:spPr>
          <a:xfrm>
            <a:off x="503128" y="173409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6" name="Google Shape;2796;p37"/>
          <p:cNvSpPr/>
          <p:nvPr/>
        </p:nvSpPr>
        <p:spPr>
          <a:xfrm>
            <a:off x="577656" y="180462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7" name="Google Shape;2797;p37"/>
          <p:cNvSpPr/>
          <p:nvPr/>
        </p:nvSpPr>
        <p:spPr>
          <a:xfrm>
            <a:off x="408862" y="198160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8" name="Google Shape;2798;p37"/>
          <p:cNvSpPr/>
          <p:nvPr/>
        </p:nvSpPr>
        <p:spPr>
          <a:xfrm>
            <a:off x="432527" y="184245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9" name="Google Shape;2799;p37"/>
          <p:cNvSpPr/>
          <p:nvPr/>
        </p:nvSpPr>
        <p:spPr>
          <a:xfrm>
            <a:off x="550185" y="194606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0" name="Google Shape;2800;p37"/>
          <p:cNvSpPr/>
          <p:nvPr/>
        </p:nvSpPr>
        <p:spPr>
          <a:xfrm>
            <a:off x="540245" y="195017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1" name="Google Shape;2801;p37"/>
          <p:cNvSpPr/>
          <p:nvPr/>
        </p:nvSpPr>
        <p:spPr>
          <a:xfrm>
            <a:off x="-224344" y="28217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2" name="Google Shape;2802;p37"/>
          <p:cNvSpPr txBox="1"/>
          <p:nvPr/>
        </p:nvSpPr>
        <p:spPr>
          <a:xfrm>
            <a:off x="315700" y="3252588"/>
            <a:ext cx="91440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Antes de continuar, sim, este estudo existe:</a:t>
            </a:r>
            <a:br>
              <a:rPr lang="pt-BR"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pt-BR" u="sng">
                <a:solidFill>
                  <a:schemeClr val="hlink"/>
                </a:solidFill>
                <a:latin typeface="Roboto Light"/>
                <a:ea typeface="Roboto Light"/>
                <a:cs typeface="Roboto Light"/>
                <a:sym typeface="Roboto Light"/>
                <a:hlinkClick r:id="rId4"/>
              </a:rPr>
              <a:t>http://epidemio-ufpel.org.br/uploads/downloads/276e0cffc2783c68f57b70920fd2acfb.pdf</a:t>
            </a: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latin typeface="Roboto Light"/>
                <a:ea typeface="Roboto Light"/>
                <a:cs typeface="Roboto Light"/>
                <a:sym typeface="Roboto Light"/>
                <a:hlinkClick r:id="rId5"/>
              </a:rPr>
              <a:t>https://www.saude.gov.br/saude-de-a-z/epicovid-br</a:t>
            </a: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br>
              <a:rPr lang="pt-BR">
                <a:latin typeface="Roboto Light"/>
                <a:ea typeface="Roboto Light"/>
                <a:cs typeface="Roboto Light"/>
                <a:sym typeface="Roboto Light"/>
              </a:rPr>
            </a:br>
            <a:br>
              <a:rPr lang="pt-BR"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Todo um cuidado com uma BOA AMOSTRA. Representativa do Brasil. Sem isso, estamos enviesados!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pt-BR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6" name="Shape 2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7" name="Google Shape;280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808" name="Google Shape;280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5100" y="1946524"/>
            <a:ext cx="4827773" cy="2031676"/>
          </a:xfrm>
          <a:prstGeom prst="rect">
            <a:avLst/>
          </a:prstGeom>
          <a:noFill/>
          <a:ln>
            <a:noFill/>
          </a:ln>
        </p:spPr>
      </p:pic>
      <p:sp>
        <p:nvSpPr>
          <p:cNvPr id="2809" name="Google Shape;2809;p38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Lembrando do Teorema Central do Limite</a:t>
            </a:r>
            <a:endParaRPr/>
          </a:p>
        </p:txBody>
      </p:sp>
      <p:sp>
        <p:nvSpPr>
          <p:cNvPr id="2810" name="Google Shape;2810;p38"/>
          <p:cNvSpPr txBox="1"/>
          <p:nvPr>
            <p:ph idx="1" type="body"/>
          </p:nvPr>
        </p:nvSpPr>
        <p:spPr>
          <a:xfrm>
            <a:off x="185900" y="1152475"/>
            <a:ext cx="8228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Independente do local de partida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Um “novo dataset”, por assim dizer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Uma novas VA.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De médias</a:t>
            </a:r>
            <a:br>
              <a:rPr lang="pt-BR"/>
            </a:br>
            <a:br>
              <a:rPr lang="pt-BR"/>
            </a:br>
            <a:br>
              <a:rPr lang="pt-B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Segue uma distribuição normal!</a:t>
            </a:r>
            <a:br>
              <a:rPr lang="pt-BR"/>
            </a:br>
            <a:r>
              <a:rPr i="1" lang="pt-BR">
                <a:latin typeface="Book Antiqua"/>
                <a:ea typeface="Book Antiqua"/>
                <a:cs typeface="Book Antiqua"/>
                <a:sym typeface="Book Antiqua"/>
              </a:rPr>
              <a:t>f</a:t>
            </a:r>
            <a:r>
              <a:rPr lang="pt-BR"/>
              <a:t> é a PDF da Normal!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Isto é garantido!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Tem casos onde o TCL falha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Quando a distribuição da população  tem média infinita, variância infinita ou os dados não são </a:t>
            </a:r>
            <a:r>
              <a:rPr lang="pt-BR"/>
              <a:t>independentes</a:t>
            </a:r>
            <a:r>
              <a:rPr lang="pt-BR"/>
              <a:t> e </a:t>
            </a:r>
            <a:r>
              <a:rPr lang="pt-BR">
                <a:solidFill>
                  <a:schemeClr val="dk1"/>
                </a:solidFill>
              </a:rPr>
              <a:t>identicamente distribuídos (IID).</a:t>
            </a:r>
            <a:endParaRPr/>
          </a:p>
        </p:txBody>
      </p:sp>
      <p:pic>
        <p:nvPicPr>
          <p:cNvPr descr="\bar{X} = (\bar{\mathcal{D}}, f) \\&#10;\mathcal{D} = \{ \bar{x}_i \}" id="2811" name="Google Shape;2811;p38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0725" y="2608750"/>
            <a:ext cx="1260024" cy="70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2" name="Google Shape;2812;p38"/>
          <p:cNvSpPr/>
          <p:nvPr/>
        </p:nvSpPr>
        <p:spPr>
          <a:xfrm>
            <a:off x="4359100" y="3630500"/>
            <a:ext cx="1814700" cy="347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Light"/>
                <a:ea typeface="Roboto Light"/>
                <a:cs typeface="Roboto Light"/>
                <a:sym typeface="Roboto Light"/>
              </a:rPr>
              <a:t>Distribuição da População</a:t>
            </a:r>
            <a:endParaRPr sz="11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813" name="Google Shape;2813;p38"/>
          <p:cNvSpPr/>
          <p:nvPr/>
        </p:nvSpPr>
        <p:spPr>
          <a:xfrm>
            <a:off x="7206450" y="3630500"/>
            <a:ext cx="1906500" cy="347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Light"/>
                <a:ea typeface="Roboto Light"/>
                <a:cs typeface="Roboto Light"/>
                <a:sym typeface="Roboto Light"/>
              </a:rPr>
              <a:t>Distribuição Amostral</a:t>
            </a:r>
            <a:endParaRPr sz="11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814" name="Google Shape;2814;p38"/>
          <p:cNvSpPr/>
          <p:nvPr/>
        </p:nvSpPr>
        <p:spPr>
          <a:xfrm>
            <a:off x="6104538" y="2324950"/>
            <a:ext cx="1188900" cy="347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Light"/>
                <a:ea typeface="Roboto Light"/>
                <a:cs typeface="Roboto Light"/>
                <a:sym typeface="Roboto Light"/>
              </a:rPr>
              <a:t>Médias de Amostras</a:t>
            </a:r>
            <a:endParaRPr sz="1100"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8" name="Shape 2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9" name="Google Shape;2819;p39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Calma. Aonde você quer chegar?</a:t>
            </a:r>
            <a:endParaRPr/>
          </a:p>
        </p:txBody>
      </p:sp>
      <p:sp>
        <p:nvSpPr>
          <p:cNvPr id="2820" name="Google Shape;2820;p39"/>
          <p:cNvSpPr txBox="1"/>
          <p:nvPr>
            <p:ph idx="1" type="body"/>
          </p:nvPr>
        </p:nvSpPr>
        <p:spPr>
          <a:xfrm>
            <a:off x="311700" y="960050"/>
            <a:ext cx="45426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Eu quero mensurar incerteza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Aqui vamos chamar de </a:t>
            </a:r>
            <a:r>
              <a:rPr lang="pt-BR"/>
              <a:t>confiança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Quão confiante estou na minha estimativa de p (uma média)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Para tal vou usar a média e variância do ESTIMADOR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Da distribuição amostral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Na aula passada vimos que:</a:t>
            </a:r>
            <a:endParaRPr/>
          </a:p>
        </p:txBody>
      </p:sp>
      <p:sp>
        <p:nvSpPr>
          <p:cNvPr id="2821" name="Google Shape;2821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822" name="Google Shape;282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5100" y="1946524"/>
            <a:ext cx="4827773" cy="2031676"/>
          </a:xfrm>
          <a:prstGeom prst="rect">
            <a:avLst/>
          </a:prstGeom>
          <a:noFill/>
          <a:ln>
            <a:noFill/>
          </a:ln>
        </p:spPr>
      </p:pic>
      <p:sp>
        <p:nvSpPr>
          <p:cNvPr id="2823" name="Google Shape;2823;p39"/>
          <p:cNvSpPr/>
          <p:nvPr/>
        </p:nvSpPr>
        <p:spPr>
          <a:xfrm>
            <a:off x="4359100" y="3630500"/>
            <a:ext cx="1814700" cy="347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Light"/>
                <a:ea typeface="Roboto Light"/>
                <a:cs typeface="Roboto Light"/>
                <a:sym typeface="Roboto Light"/>
              </a:rPr>
              <a:t>Distribuição da População</a:t>
            </a:r>
            <a:endParaRPr sz="11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824" name="Google Shape;2824;p39"/>
          <p:cNvSpPr/>
          <p:nvPr/>
        </p:nvSpPr>
        <p:spPr>
          <a:xfrm>
            <a:off x="7206450" y="3630500"/>
            <a:ext cx="1906500" cy="347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Light"/>
                <a:ea typeface="Roboto Light"/>
                <a:cs typeface="Roboto Light"/>
                <a:sym typeface="Roboto Light"/>
              </a:rPr>
              <a:t>Distribuição Amostral</a:t>
            </a:r>
            <a:endParaRPr sz="11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825" name="Google Shape;2825;p39"/>
          <p:cNvSpPr/>
          <p:nvPr/>
        </p:nvSpPr>
        <p:spPr>
          <a:xfrm>
            <a:off x="6104538" y="2324950"/>
            <a:ext cx="1188900" cy="347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Light"/>
                <a:ea typeface="Roboto Light"/>
                <a:cs typeface="Roboto Light"/>
                <a:sym typeface="Roboto Light"/>
              </a:rPr>
              <a:t>Médias de Amostras</a:t>
            </a:r>
            <a:endParaRPr sz="11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descr="Mean(\bar{X}) \approx \bar{x}\\&#10;Var(\bar{X}) ={s^{2} \over n} \approx {\sigma^2 \over n} \\&#10;Std(\bar{X}) = \frac{\sigma}{\sqrt n}" id="2826" name="Google Shape;2826;p39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9201" y="3847076"/>
            <a:ext cx="1845100" cy="1120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0" name="Shape 2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p40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Calma. Aonde você quer chegar?</a:t>
            </a:r>
            <a:endParaRPr/>
          </a:p>
        </p:txBody>
      </p:sp>
      <p:pic>
        <p:nvPicPr>
          <p:cNvPr id="2832" name="Google Shape;283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8050" y="2510473"/>
            <a:ext cx="4690051" cy="2143775"/>
          </a:xfrm>
          <a:prstGeom prst="rect">
            <a:avLst/>
          </a:prstGeom>
          <a:noFill/>
          <a:ln>
            <a:noFill/>
          </a:ln>
        </p:spPr>
      </p:pic>
      <p:sp>
        <p:nvSpPr>
          <p:cNvPr id="2833" name="Google Shape;2833;p40"/>
          <p:cNvSpPr txBox="1"/>
          <p:nvPr>
            <p:ph idx="1" type="body"/>
          </p:nvPr>
        </p:nvSpPr>
        <p:spPr>
          <a:xfrm>
            <a:off x="311700" y="937850"/>
            <a:ext cx="83175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distribuição Normal é bem caracterizada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Ou Distribuição Gaussiana. Pode usar qualquer um dos nomes, mesma distribuição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 Sabemos que a distribuição amostral é UMA Normal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95% dos valores estão no intervalo  </a:t>
            </a:r>
            <a:r>
              <a:rPr i="1" lang="pt-BR">
                <a:latin typeface="Book Antiqua"/>
                <a:ea typeface="Book Antiqua"/>
                <a:cs typeface="Book Antiqua"/>
                <a:sym typeface="Book Antiqua"/>
              </a:rPr>
              <a:t>μ ± 1.96 * 𝜎. </a:t>
            </a:r>
            <a:r>
              <a:rPr lang="pt-BR">
                <a:solidFill>
                  <a:schemeClr val="dk1"/>
                </a:solidFill>
              </a:rPr>
              <a:t>Isto é dado, vem da PDF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834" name="Google Shape;2834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835" name="Google Shape;2835;p40"/>
          <p:cNvSpPr/>
          <p:nvPr/>
        </p:nvSpPr>
        <p:spPr>
          <a:xfrm>
            <a:off x="757875" y="4709125"/>
            <a:ext cx="2938200" cy="347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Light"/>
                <a:ea typeface="Roboto Light"/>
                <a:cs typeface="Roboto Light"/>
                <a:sym typeface="Roboto Light"/>
              </a:rPr>
              <a:t>μ ≅ 0</a:t>
            </a:r>
            <a:br>
              <a:rPr lang="pt-BR" sz="1100"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pt-BR" sz="1100">
                <a:latin typeface="Roboto Light"/>
                <a:ea typeface="Roboto Light"/>
                <a:cs typeface="Roboto Light"/>
                <a:sym typeface="Roboto Light"/>
              </a:rPr>
              <a:t>(neste exemplo apenas, pode ser qq coisa)</a:t>
            </a:r>
            <a:endParaRPr sz="11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aphicFrame>
        <p:nvGraphicFramePr>
          <p:cNvPr id="2836" name="Google Shape;2836;p40"/>
          <p:cNvGraphicFramePr/>
          <p:nvPr/>
        </p:nvGraphicFramePr>
        <p:xfrm>
          <a:off x="4572000" y="257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{D474A558-2E68-43C7-B6C8-0BD4CA1F50EA}</a:tableStyleId>
              </a:tblPr>
              <a:tblGrid>
                <a:gridCol w="4203400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</a:t>
                      </a:r>
                      <a:r>
                        <a:rPr lang="pt-BR" sz="110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scipy.stats </a:t>
                      </a:r>
                      <a:r>
                        <a:rPr lang="pt-BR" sz="1100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as</a:t>
                      </a:r>
                      <a:r>
                        <a:rPr lang="pt-BR" sz="110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ss</a:t>
                      </a:r>
                      <a:br>
                        <a:rPr lang="pt-BR" sz="110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110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mu = </a:t>
                      </a:r>
                      <a:r>
                        <a:rPr lang="pt-BR" sz="1100">
                          <a:solidFill>
                            <a:srgbClr val="986801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0.7</a:t>
                      </a:r>
                      <a:r>
                        <a:rPr lang="pt-BR" sz="110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</a:t>
                      </a:r>
                      <a:r>
                        <a:rPr i="1" lang="pt-BR" sz="1100">
                          <a:solidFill>
                            <a:srgbClr val="A0A1A7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qq valor</a:t>
                      </a:r>
                      <a:br>
                        <a:rPr lang="pt-BR" sz="110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110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sigma = </a:t>
                      </a:r>
                      <a:r>
                        <a:rPr lang="pt-BR" sz="1100">
                          <a:solidFill>
                            <a:srgbClr val="986801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1.12</a:t>
                      </a:r>
                      <a:r>
                        <a:rPr lang="pt-BR" sz="110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i="1" lang="pt-BR" sz="1100">
                          <a:solidFill>
                            <a:srgbClr val="A0A1A7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aqui é o desvio, raiz da variância</a:t>
                      </a:r>
                      <a:br>
                        <a:rPr lang="pt-BR" sz="110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pt-BR" sz="110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i="1" lang="pt-BR" sz="1100">
                          <a:solidFill>
                            <a:srgbClr val="A0A1A7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scipy usa os termos loc e scale.</a:t>
                      </a:r>
                      <a:br>
                        <a:rPr i="1" lang="pt-BR" sz="1100">
                          <a:solidFill>
                            <a:srgbClr val="A0A1A7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i="1" lang="pt-BR" sz="1100">
                          <a:solidFill>
                            <a:srgbClr val="A0A1A7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loc --&gt; centro, scale --&gt; dispersão</a:t>
                      </a:r>
                      <a:br>
                        <a:rPr lang="pt-BR" sz="110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110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gauss = ss.norm(loc=mu, scale=sigma)    </a:t>
                      </a:r>
                      <a:br>
                        <a:rPr lang="pt-BR" sz="110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endParaRPr sz="1100">
                        <a:solidFill>
                          <a:srgbClr val="383A42"/>
                        </a:solidFill>
                        <a:highlight>
                          <a:srgbClr val="FAFAFA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pt-BR" sz="1100">
                          <a:solidFill>
                            <a:srgbClr val="A0A1A7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2.5% abaixo disso</a:t>
                      </a:r>
                      <a:br>
                        <a:rPr lang="pt-BR" sz="110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110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print(gauss.cdf(mu - </a:t>
                      </a:r>
                      <a:r>
                        <a:rPr lang="pt-BR" sz="1100">
                          <a:solidFill>
                            <a:srgbClr val="986801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1.96</a:t>
                      </a:r>
                      <a:r>
                        <a:rPr lang="pt-BR" sz="110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* sigma))	   </a:t>
                      </a:r>
                      <a:endParaRPr sz="1100">
                        <a:solidFill>
                          <a:srgbClr val="383A42"/>
                        </a:solidFill>
                        <a:highlight>
                          <a:srgbClr val="FAFAFA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pt-BR" sz="1100">
                          <a:solidFill>
                            <a:srgbClr val="A0A1A7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2.5% acima. note o 1-</a:t>
                      </a:r>
                      <a:br>
                        <a:rPr lang="pt-BR" sz="110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110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print(1 - gauss.cdf(mu + </a:t>
                      </a:r>
                      <a:r>
                        <a:rPr lang="pt-BR" sz="1100">
                          <a:solidFill>
                            <a:srgbClr val="986801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1.96</a:t>
                      </a:r>
                      <a:r>
                        <a:rPr lang="pt-BR" sz="110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* sigma))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0" name="Shape 2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1" name="Google Shape;2841;p41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Calma. Aonde você quer chegar?</a:t>
            </a:r>
            <a:endParaRPr/>
          </a:p>
        </p:txBody>
      </p:sp>
      <p:sp>
        <p:nvSpPr>
          <p:cNvPr id="2842" name="Google Shape;2842;p41"/>
          <p:cNvSpPr txBox="1"/>
          <p:nvPr>
            <p:ph idx="1" type="body"/>
          </p:nvPr>
        </p:nvSpPr>
        <p:spPr>
          <a:xfrm>
            <a:off x="311700" y="937850"/>
            <a:ext cx="83175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/>
              <a:t>Eu tenho estimadores da MÉDIA e do DESVIO dessa Normal</a:t>
            </a:r>
            <a:br>
              <a:rPr lang="pt-BR"/>
            </a:br>
            <a:br>
              <a:rPr lang="pt-BR"/>
            </a:br>
            <a:br>
              <a:rPr lang="pt-BR"/>
            </a:br>
            <a:br>
              <a:rPr lang="pt-B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Basta usar eles e construir um</a:t>
            </a:r>
            <a:br>
              <a:rPr lang="pt-BR"/>
            </a:br>
            <a:r>
              <a:rPr lang="pt-BR"/>
              <a:t>intervalo de confiança</a:t>
            </a:r>
            <a:br>
              <a:rPr lang="pt-B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</p:txBody>
      </p:sp>
      <p:sp>
        <p:nvSpPr>
          <p:cNvPr id="2843" name="Google Shape;2843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844" name="Google Shape;2844;p41"/>
          <p:cNvSpPr/>
          <p:nvPr/>
        </p:nvSpPr>
        <p:spPr>
          <a:xfrm>
            <a:off x="6254200" y="3417450"/>
            <a:ext cx="1814700" cy="347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Light"/>
                <a:ea typeface="Roboto Light"/>
                <a:cs typeface="Roboto Light"/>
                <a:sym typeface="Roboto Light"/>
              </a:rPr>
              <a:t>Distribuição da População</a:t>
            </a:r>
            <a:endParaRPr sz="11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845" name="Google Shape;2845;p41"/>
          <p:cNvSpPr/>
          <p:nvPr/>
        </p:nvSpPr>
        <p:spPr>
          <a:xfrm>
            <a:off x="4878075" y="4006050"/>
            <a:ext cx="2938200" cy="347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Light"/>
                <a:ea typeface="Roboto Light"/>
                <a:cs typeface="Roboto Light"/>
                <a:sym typeface="Roboto Light"/>
              </a:rPr>
              <a:t>μ ≅ 0</a:t>
            </a:r>
            <a:br>
              <a:rPr lang="pt-BR" sz="1100"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pt-BR" sz="1100">
                <a:latin typeface="Roboto Light"/>
                <a:ea typeface="Roboto Light"/>
                <a:cs typeface="Roboto Light"/>
                <a:sym typeface="Roboto Light"/>
              </a:rPr>
              <a:t>(neste exemplo apenas, pode ser qq coisa)</a:t>
            </a:r>
            <a:endParaRPr sz="11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2846" name="Google Shape;284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2150" y="1807398"/>
            <a:ext cx="4690051" cy="2143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ean(\bar{X}) \approx \bar{x}\\&#10;Var(\bar{X}) ={s^{2} \over n} \approx {\sigma^2 \over n} \\&#10;Std(\bar{X}) = \frac{\sigma}{\sqrt n}" id="2847" name="Google Shape;2847;p41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9176" y="1389576"/>
            <a:ext cx="1845100" cy="11208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[\bar{x} - 1.96 \frac{s}{\sqrt{n}}, \bar{x} + 1.96 \frac{s}{\sqrt{n}}]" id="2848" name="Google Shape;2848;p41" title="MathEquation,#00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6525" y="3563275"/>
            <a:ext cx="3080140" cy="442775"/>
          </a:xfrm>
          <a:prstGeom prst="rect">
            <a:avLst/>
          </a:prstGeom>
          <a:noFill/>
          <a:ln>
            <a:noFill/>
          </a:ln>
        </p:spPr>
      </p:pic>
      <p:sp>
        <p:nvSpPr>
          <p:cNvPr id="2849" name="Google Shape;2849;p41"/>
          <p:cNvSpPr/>
          <p:nvPr/>
        </p:nvSpPr>
        <p:spPr>
          <a:xfrm>
            <a:off x="827500" y="4054850"/>
            <a:ext cx="2938200" cy="347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Light"/>
                <a:ea typeface="Roboto Light"/>
                <a:cs typeface="Roboto Light"/>
                <a:sym typeface="Roboto Light"/>
              </a:rPr>
              <a:t>Isto é um intervalo de confiança! Pode usar 2 ao invés de 1.96, eu, Flavio, não me importo!</a:t>
            </a:r>
            <a:endParaRPr sz="1100"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3" name="Shape 2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4" name="Google Shape;2854;p42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Calma. Ainda estou perdido. De que serve isso?</a:t>
            </a:r>
            <a:endParaRPr/>
          </a:p>
        </p:txBody>
      </p:sp>
      <p:sp>
        <p:nvSpPr>
          <p:cNvPr id="2855" name="Google Shape;2855;p42"/>
          <p:cNvSpPr txBox="1"/>
          <p:nvPr>
            <p:ph idx="1" type="body"/>
          </p:nvPr>
        </p:nvSpPr>
        <p:spPr>
          <a:xfrm>
            <a:off x="311700" y="937850"/>
            <a:ext cx="85767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/>
              <a:t>Vamos falar da famosa IMUNIDADE de rebanho.</a:t>
            </a:r>
            <a:endParaRPr/>
          </a:p>
        </p:txBody>
      </p:sp>
      <p:sp>
        <p:nvSpPr>
          <p:cNvPr id="2856" name="Google Shape;2856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[\bar{x} - 1.96 \frac{s}{\sqrt{n}}, \bar{x} + 1.96 \frac{s}{\sqrt{n}}]" id="2857" name="Google Shape;2857;p42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9725" y="4217550"/>
            <a:ext cx="3080140" cy="442775"/>
          </a:xfrm>
          <a:prstGeom prst="rect">
            <a:avLst/>
          </a:prstGeom>
          <a:noFill/>
          <a:ln>
            <a:noFill/>
          </a:ln>
        </p:spPr>
      </p:pic>
      <p:sp>
        <p:nvSpPr>
          <p:cNvPr id="2858" name="Google Shape;2858;p42"/>
          <p:cNvSpPr/>
          <p:nvPr/>
        </p:nvSpPr>
        <p:spPr>
          <a:xfrm>
            <a:off x="3010700" y="4709125"/>
            <a:ext cx="2938200" cy="347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Light"/>
                <a:ea typeface="Roboto Light"/>
                <a:cs typeface="Roboto Light"/>
                <a:sym typeface="Roboto Light"/>
              </a:rPr>
              <a:t>Isto é um intervalo de confiança!</a:t>
            </a:r>
            <a:endParaRPr sz="1100"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2" name="Shape 2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3" name="Google Shape;2863;p43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Calma. Ainda estou perdido. De que serve isso?</a:t>
            </a:r>
            <a:endParaRPr/>
          </a:p>
        </p:txBody>
      </p:sp>
      <p:sp>
        <p:nvSpPr>
          <p:cNvPr id="2864" name="Google Shape;2864;p43"/>
          <p:cNvSpPr txBox="1"/>
          <p:nvPr>
            <p:ph idx="1" type="body"/>
          </p:nvPr>
        </p:nvSpPr>
        <p:spPr>
          <a:xfrm>
            <a:off x="311700" y="937850"/>
            <a:ext cx="85767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/>
              <a:t>Vamos falar da famosa IMUNIDADE de rebanho.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Estima-se que mais do que 50% da população tem que ser soropositivo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Ou seja, prevalente.</a:t>
            </a:r>
            <a:endParaRPr/>
          </a:p>
        </p:txBody>
      </p:sp>
      <p:sp>
        <p:nvSpPr>
          <p:cNvPr id="2865" name="Google Shape;2865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[\bar{x} - 1.96 \frac{s}{\sqrt{n}}, \bar{x} + 1.96 \frac{s}{\sqrt{n}}]" id="2866" name="Google Shape;2866;p43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9725" y="4217550"/>
            <a:ext cx="3080140" cy="442775"/>
          </a:xfrm>
          <a:prstGeom prst="rect">
            <a:avLst/>
          </a:prstGeom>
          <a:noFill/>
          <a:ln>
            <a:noFill/>
          </a:ln>
        </p:spPr>
      </p:pic>
      <p:sp>
        <p:nvSpPr>
          <p:cNvPr id="2867" name="Google Shape;2867;p43"/>
          <p:cNvSpPr/>
          <p:nvPr/>
        </p:nvSpPr>
        <p:spPr>
          <a:xfrm>
            <a:off x="3010700" y="4709125"/>
            <a:ext cx="2938200" cy="347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Light"/>
                <a:ea typeface="Roboto Light"/>
                <a:cs typeface="Roboto Light"/>
                <a:sym typeface="Roboto Light"/>
              </a:rPr>
              <a:t>Isto é um intervalo de confiança!</a:t>
            </a:r>
            <a:endParaRPr sz="1100"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1" name="Shape 2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2" name="Google Shape;2872;p44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Calma. Ainda estou perdido. De que serve isso?</a:t>
            </a:r>
            <a:endParaRPr/>
          </a:p>
        </p:txBody>
      </p:sp>
      <p:sp>
        <p:nvSpPr>
          <p:cNvPr id="2873" name="Google Shape;2873;p44"/>
          <p:cNvSpPr txBox="1"/>
          <p:nvPr>
            <p:ph idx="1" type="body"/>
          </p:nvPr>
        </p:nvSpPr>
        <p:spPr>
          <a:xfrm>
            <a:off x="311700" y="937850"/>
            <a:ext cx="85767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/>
              <a:t>Vamos falar da famosa IMUNIDADE de rebanho.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Estima-se que mais do que 50% da população tem que ser soropositivo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Ou seja, prevalente.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Talvez o estudo da UFPEL encontre um número ALTO ao ACASO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Sim, tudo aqui é probabilístico</a:t>
            </a:r>
            <a:endParaRPr/>
          </a:p>
        </p:txBody>
      </p:sp>
      <p:sp>
        <p:nvSpPr>
          <p:cNvPr id="2874" name="Google Shape;2874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[\bar{x} - 1.96 \frac{s}{\sqrt{n}}, \bar{x} + 1.96 \frac{s}{\sqrt{n}}]" id="2875" name="Google Shape;2875;p44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9725" y="4217550"/>
            <a:ext cx="3080140" cy="442775"/>
          </a:xfrm>
          <a:prstGeom prst="rect">
            <a:avLst/>
          </a:prstGeom>
          <a:noFill/>
          <a:ln>
            <a:noFill/>
          </a:ln>
        </p:spPr>
      </p:pic>
      <p:sp>
        <p:nvSpPr>
          <p:cNvPr id="2876" name="Google Shape;2876;p44"/>
          <p:cNvSpPr/>
          <p:nvPr/>
        </p:nvSpPr>
        <p:spPr>
          <a:xfrm>
            <a:off x="3010700" y="4709125"/>
            <a:ext cx="2938200" cy="347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Light"/>
                <a:ea typeface="Roboto Light"/>
                <a:cs typeface="Roboto Light"/>
                <a:sym typeface="Roboto Light"/>
              </a:rPr>
              <a:t>Isto é um intervalo de confiança!</a:t>
            </a:r>
            <a:endParaRPr sz="1100"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0" name="Shape 2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1" name="Google Shape;2881;p45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Calma. Ainda estou perdido. De que serve isso?</a:t>
            </a:r>
            <a:endParaRPr/>
          </a:p>
        </p:txBody>
      </p:sp>
      <p:sp>
        <p:nvSpPr>
          <p:cNvPr id="2882" name="Google Shape;2882;p45"/>
          <p:cNvSpPr txBox="1"/>
          <p:nvPr>
            <p:ph idx="1" type="body"/>
          </p:nvPr>
        </p:nvSpPr>
        <p:spPr>
          <a:xfrm>
            <a:off x="311700" y="937850"/>
            <a:ext cx="85767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/>
              <a:t>Vamos falar da famosa IMUNIDADE de rebanho.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Estima-se que mais do que 50% da população tem que ser soropositivo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Ou seja, prevalente.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Talvez o estudo da UFPEL encontre um número ALTO ao ACASO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Sim, tudo aqui é probabilístico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Mas a Lei dos Grandes Números + TCL me ajudam e mensurar “este acaso”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Quão confiante estamos na estimativa</a:t>
            </a:r>
            <a:endParaRPr/>
          </a:p>
        </p:txBody>
      </p:sp>
      <p:sp>
        <p:nvSpPr>
          <p:cNvPr id="2883" name="Google Shape;2883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[\bar{x} - 1.96 \frac{s}{\sqrt{n}}, \bar{x} + 1.96 \frac{s}{\sqrt{n}}]" id="2884" name="Google Shape;2884;p45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9725" y="4217550"/>
            <a:ext cx="3080140" cy="442775"/>
          </a:xfrm>
          <a:prstGeom prst="rect">
            <a:avLst/>
          </a:prstGeom>
          <a:noFill/>
          <a:ln>
            <a:noFill/>
          </a:ln>
        </p:spPr>
      </p:pic>
      <p:sp>
        <p:nvSpPr>
          <p:cNvPr id="2885" name="Google Shape;2885;p45"/>
          <p:cNvSpPr/>
          <p:nvPr/>
        </p:nvSpPr>
        <p:spPr>
          <a:xfrm>
            <a:off x="3010700" y="4709125"/>
            <a:ext cx="2938200" cy="347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 Light"/>
                <a:ea typeface="Roboto Light"/>
                <a:cs typeface="Roboto Light"/>
                <a:sym typeface="Roboto Light"/>
              </a:rPr>
              <a:t>Isto é um intervalo de confiança!</a:t>
            </a:r>
            <a:endParaRPr sz="1100"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9" name="Shape 2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0" name="Google Shape;2890;p46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Calma. Ainda estou perdido. De que serve isso?</a:t>
            </a:r>
            <a:endParaRPr/>
          </a:p>
        </p:txBody>
      </p:sp>
      <p:sp>
        <p:nvSpPr>
          <p:cNvPr id="2891" name="Google Shape;2891;p46"/>
          <p:cNvSpPr txBox="1"/>
          <p:nvPr>
            <p:ph idx="1" type="body"/>
          </p:nvPr>
        </p:nvSpPr>
        <p:spPr>
          <a:xfrm>
            <a:off x="311700" y="937850"/>
            <a:ext cx="88323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/>
              <a:t>Vamos falar da famosa IMUNIDADE de rebanho.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Estima-se que mais do que 50% da população tem que ser soropositivo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Talvez o estudo da UFPEL encontre um número ALTO ao ACASO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Sim, tudo aqui é probabilístico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Mas a Lei dos Grandes Números + TCL me ajudam e mensurar “este acaso”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Quão confiante estamos na estimativa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Quando a UFPEL reporta os números, falam</a:t>
            </a:r>
            <a:br>
              <a:rPr lang="pt-BR"/>
            </a:br>
            <a:r>
              <a:rPr lang="pt-BR" u="sng">
                <a:solidFill>
                  <a:srgbClr val="980000"/>
                </a:solidFill>
                <a:latin typeface="Roboto Light"/>
                <a:ea typeface="Roboto Light"/>
                <a:cs typeface="Roboto Light"/>
                <a:sym typeface="Roboto Light"/>
              </a:rPr>
              <a:t>1,9% (1,7 – 2,1%, pela margem de erro)</a:t>
            </a:r>
            <a:r>
              <a:rPr lang="pt-BR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Isto é um Intervalo de Confiança (IC). Dados de Maio de 2020.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Existem vários ICs, eles podem não ter usado a equação abaixo, mas mostra a ideia.</a:t>
            </a:r>
            <a:endParaRPr/>
          </a:p>
        </p:txBody>
      </p:sp>
      <p:sp>
        <p:nvSpPr>
          <p:cNvPr id="2892" name="Google Shape;2892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[\bar{x} - 1.96 \frac{s}{\sqrt{n}}, \bar{x} + 1.96 \frac{s}{\sqrt{n}}]" id="2893" name="Google Shape;2893;p46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4525" y="4254550"/>
            <a:ext cx="3080140" cy="442775"/>
          </a:xfrm>
          <a:prstGeom prst="rect">
            <a:avLst/>
          </a:prstGeom>
          <a:noFill/>
          <a:ln>
            <a:noFill/>
          </a:ln>
        </p:spPr>
      </p:pic>
      <p:sp>
        <p:nvSpPr>
          <p:cNvPr id="2894" name="Google Shape;2894;p46"/>
          <p:cNvSpPr txBox="1"/>
          <p:nvPr/>
        </p:nvSpPr>
        <p:spPr>
          <a:xfrm>
            <a:off x="947275" y="4619588"/>
            <a:ext cx="7815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4"/>
              </a:rPr>
              <a:t>http://epidemio-ufpel.org.br/site/content/sala_imprensa/noticia_detalhe.php?noticia=3134</a:t>
            </a:r>
            <a:r>
              <a:rPr lang="pt-BR"/>
              <a:t>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8" name="Shape 2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9" name="Google Shape;2899;p47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Uma Hipótese</a:t>
            </a:r>
            <a:endParaRPr/>
          </a:p>
        </p:txBody>
      </p:sp>
      <p:sp>
        <p:nvSpPr>
          <p:cNvPr id="2900" name="Google Shape;2900;p47"/>
          <p:cNvSpPr txBox="1"/>
          <p:nvPr>
            <p:ph idx="1" type="body"/>
          </p:nvPr>
        </p:nvSpPr>
        <p:spPr>
          <a:xfrm>
            <a:off x="311700" y="937850"/>
            <a:ext cx="85767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pt-BR" sz="1500"/>
              <a:t>Ok, vamos então testar uma hipótese. Estamos na imunidade de Rebanho?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Nosso IC: </a:t>
            </a:r>
            <a:r>
              <a:rPr lang="pt-BR" sz="1500" u="sng">
                <a:solidFill>
                  <a:srgbClr val="980000"/>
                </a:solidFill>
                <a:latin typeface="Roboto Light"/>
                <a:ea typeface="Roboto Light"/>
                <a:cs typeface="Roboto Light"/>
                <a:sym typeface="Roboto Light"/>
              </a:rPr>
              <a:t>[</a:t>
            </a:r>
            <a:r>
              <a:rPr lang="pt-BR" sz="1500" u="sng">
                <a:solidFill>
                  <a:srgbClr val="980000"/>
                </a:solidFill>
                <a:latin typeface="Roboto Light"/>
                <a:ea typeface="Roboto Light"/>
                <a:cs typeface="Roboto Light"/>
                <a:sym typeface="Roboto Light"/>
              </a:rPr>
              <a:t>1,7%, 2,1%]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pt-BR" sz="1500">
                <a:solidFill>
                  <a:schemeClr val="dk1"/>
                </a:solidFill>
              </a:rPr>
              <a:t>Parece que não, note que 50% não está DENTRO do IC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pt-BR" sz="1500">
                <a:solidFill>
                  <a:schemeClr val="dk1"/>
                </a:solidFill>
              </a:rPr>
              <a:t>Temos a média, </a:t>
            </a:r>
            <a:r>
              <a:rPr lang="pt-BR" sz="1500" u="sng">
                <a:solidFill>
                  <a:srgbClr val="980000"/>
                </a:solidFill>
                <a:latin typeface="Roboto Light"/>
                <a:ea typeface="Roboto Light"/>
                <a:cs typeface="Roboto Light"/>
                <a:sym typeface="Roboto Light"/>
              </a:rPr>
              <a:t>1,9%, </a:t>
            </a:r>
            <a:r>
              <a:rPr lang="pt-BR" sz="1500">
                <a:solidFill>
                  <a:schemeClr val="dk1"/>
                </a:solidFill>
              </a:rPr>
              <a:t> e uma incerteza em torno da nossa estimativa.</a:t>
            </a:r>
            <a:endParaRPr sz="15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pt-BR" sz="1100">
                <a:solidFill>
                  <a:schemeClr val="dk1"/>
                </a:solidFill>
              </a:rPr>
              <a:t>O IC acima</a:t>
            </a:r>
            <a:endParaRPr sz="11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pt-BR" sz="1500">
                <a:solidFill>
                  <a:schemeClr val="dk1"/>
                </a:solidFill>
              </a:rPr>
              <a:t>Mesmo com essa incerteza, não estamos nem perto de 50%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901" name="Google Shape;2901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902" name="Google Shape;2902;p47"/>
          <p:cNvPicPr preferRelativeResize="0"/>
          <p:nvPr/>
        </p:nvPicPr>
        <p:blipFill rotWithShape="1">
          <a:blip r:embed="rId3">
            <a:alphaModFix/>
          </a:blip>
          <a:srcRect b="6209" l="0" r="0" t="0"/>
          <a:stretch/>
        </p:blipFill>
        <p:spPr>
          <a:xfrm>
            <a:off x="2255025" y="2830075"/>
            <a:ext cx="4690051" cy="2010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[\bar{x} - 1.96 \frac{s}{\sqrt{n}}, \bar{x} + 1.96 \frac{s}{\sqrt{n}}]" id="2903" name="Google Shape;2903;p47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8063" y="4905700"/>
            <a:ext cx="1875116" cy="26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7" name="Shape 2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" name="Google Shape;2908;p48"/>
          <p:cNvSpPr txBox="1"/>
          <p:nvPr>
            <p:ph type="title"/>
          </p:nvPr>
        </p:nvSpPr>
        <p:spPr>
          <a:xfrm>
            <a:off x="311700" y="283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Voltando para o nosso problema de HOJE</a:t>
            </a:r>
            <a:endParaRPr/>
          </a:p>
        </p:txBody>
      </p:sp>
      <p:sp>
        <p:nvSpPr>
          <p:cNvPr id="2909" name="Google Shape;2909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910" name="Google Shape;291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4175" y="1171575"/>
            <a:ext cx="2063126" cy="2002874"/>
          </a:xfrm>
          <a:prstGeom prst="rect">
            <a:avLst/>
          </a:prstGeom>
          <a:noFill/>
          <a:ln>
            <a:noFill/>
          </a:ln>
        </p:spPr>
      </p:pic>
      <p:sp>
        <p:nvSpPr>
          <p:cNvPr id="2911" name="Google Shape;2911;p48"/>
          <p:cNvSpPr/>
          <p:nvPr/>
        </p:nvSpPr>
        <p:spPr>
          <a:xfrm>
            <a:off x="2410130" y="163337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2" name="Google Shape;2912;p48"/>
          <p:cNvSpPr/>
          <p:nvPr/>
        </p:nvSpPr>
        <p:spPr>
          <a:xfrm>
            <a:off x="2460927" y="168417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3" name="Google Shape;2913;p48"/>
          <p:cNvSpPr/>
          <p:nvPr/>
        </p:nvSpPr>
        <p:spPr>
          <a:xfrm>
            <a:off x="2556120" y="163337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4" name="Google Shape;2914;p48"/>
          <p:cNvSpPr/>
          <p:nvPr/>
        </p:nvSpPr>
        <p:spPr>
          <a:xfrm>
            <a:off x="2589642" y="187882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5" name="Google Shape;2915;p48"/>
          <p:cNvSpPr/>
          <p:nvPr/>
        </p:nvSpPr>
        <p:spPr>
          <a:xfrm>
            <a:off x="2675903" y="185402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6" name="Google Shape;2916;p48"/>
          <p:cNvSpPr/>
          <p:nvPr/>
        </p:nvSpPr>
        <p:spPr>
          <a:xfrm>
            <a:off x="2699567" y="171488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7" name="Google Shape;2917;p48"/>
          <p:cNvSpPr/>
          <p:nvPr/>
        </p:nvSpPr>
        <p:spPr>
          <a:xfrm>
            <a:off x="2767629" y="197287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8" name="Google Shape;2918;p48"/>
          <p:cNvSpPr/>
          <p:nvPr/>
        </p:nvSpPr>
        <p:spPr>
          <a:xfrm>
            <a:off x="2675903" y="204340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9" name="Google Shape;2919;p48"/>
          <p:cNvSpPr/>
          <p:nvPr/>
        </p:nvSpPr>
        <p:spPr>
          <a:xfrm>
            <a:off x="2699567" y="217241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0" name="Google Shape;2920;p48"/>
          <p:cNvSpPr/>
          <p:nvPr/>
        </p:nvSpPr>
        <p:spPr>
          <a:xfrm>
            <a:off x="1870127" y="177591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1" name="Google Shape;2921;p48"/>
          <p:cNvSpPr/>
          <p:nvPr/>
        </p:nvSpPr>
        <p:spPr>
          <a:xfrm>
            <a:off x="2649971" y="226415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2" name="Google Shape;2922;p48"/>
          <p:cNvSpPr/>
          <p:nvPr/>
        </p:nvSpPr>
        <p:spPr>
          <a:xfrm>
            <a:off x="1431773" y="181984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3" name="Google Shape;2923;p48"/>
          <p:cNvSpPr/>
          <p:nvPr/>
        </p:nvSpPr>
        <p:spPr>
          <a:xfrm>
            <a:off x="1467771" y="174932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4" name="Google Shape;2924;p48"/>
          <p:cNvSpPr/>
          <p:nvPr/>
        </p:nvSpPr>
        <p:spPr>
          <a:xfrm>
            <a:off x="1467771" y="165527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5" name="Google Shape;2925;p48"/>
          <p:cNvSpPr/>
          <p:nvPr/>
        </p:nvSpPr>
        <p:spPr>
          <a:xfrm>
            <a:off x="1889239" y="20485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6" name="Google Shape;2926;p48"/>
          <p:cNvSpPr/>
          <p:nvPr/>
        </p:nvSpPr>
        <p:spPr>
          <a:xfrm>
            <a:off x="1382177" y="159493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7" name="Google Shape;2927;p48"/>
          <p:cNvSpPr/>
          <p:nvPr/>
        </p:nvSpPr>
        <p:spPr>
          <a:xfrm>
            <a:off x="1442839" y="149068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8" name="Google Shape;2928;p48"/>
          <p:cNvSpPr/>
          <p:nvPr/>
        </p:nvSpPr>
        <p:spPr>
          <a:xfrm>
            <a:off x="1517367" y="156121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9" name="Google Shape;2929;p48"/>
          <p:cNvSpPr/>
          <p:nvPr/>
        </p:nvSpPr>
        <p:spPr>
          <a:xfrm>
            <a:off x="1605161" y="149132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0" name="Google Shape;2930;p48"/>
          <p:cNvSpPr/>
          <p:nvPr/>
        </p:nvSpPr>
        <p:spPr>
          <a:xfrm>
            <a:off x="1668289" y="156121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1" name="Google Shape;2931;p48"/>
          <p:cNvSpPr/>
          <p:nvPr/>
        </p:nvSpPr>
        <p:spPr>
          <a:xfrm>
            <a:off x="2517849" y="174109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2" name="Google Shape;2932;p48"/>
          <p:cNvSpPr/>
          <p:nvPr/>
        </p:nvSpPr>
        <p:spPr>
          <a:xfrm>
            <a:off x="2568645" y="179189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3" name="Google Shape;2933;p48"/>
          <p:cNvSpPr/>
          <p:nvPr/>
        </p:nvSpPr>
        <p:spPr>
          <a:xfrm>
            <a:off x="2663838" y="174109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4" name="Google Shape;2934;p48"/>
          <p:cNvSpPr/>
          <p:nvPr/>
        </p:nvSpPr>
        <p:spPr>
          <a:xfrm>
            <a:off x="2697361" y="198654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5" name="Google Shape;2935;p48"/>
          <p:cNvSpPr/>
          <p:nvPr/>
        </p:nvSpPr>
        <p:spPr>
          <a:xfrm>
            <a:off x="1348573" y="173819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6" name="Google Shape;2936;p48"/>
          <p:cNvSpPr/>
          <p:nvPr/>
        </p:nvSpPr>
        <p:spPr>
          <a:xfrm>
            <a:off x="1372238" y="159904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7" name="Google Shape;2937;p48"/>
          <p:cNvSpPr/>
          <p:nvPr/>
        </p:nvSpPr>
        <p:spPr>
          <a:xfrm>
            <a:off x="1836523" y="181975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8" name="Google Shape;2938;p48"/>
          <p:cNvSpPr/>
          <p:nvPr/>
        </p:nvSpPr>
        <p:spPr>
          <a:xfrm>
            <a:off x="1860188" y="194876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9" name="Google Shape;2939;p48"/>
          <p:cNvSpPr/>
          <p:nvPr/>
        </p:nvSpPr>
        <p:spPr>
          <a:xfrm>
            <a:off x="1977846" y="188363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0" name="Google Shape;2940;p48"/>
          <p:cNvSpPr/>
          <p:nvPr/>
        </p:nvSpPr>
        <p:spPr>
          <a:xfrm>
            <a:off x="1810592" y="204050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1" name="Google Shape;2941;p48"/>
          <p:cNvSpPr/>
          <p:nvPr/>
        </p:nvSpPr>
        <p:spPr>
          <a:xfrm>
            <a:off x="2027443" y="181975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2" name="Google Shape;2942;p48"/>
          <p:cNvSpPr/>
          <p:nvPr/>
        </p:nvSpPr>
        <p:spPr>
          <a:xfrm>
            <a:off x="1575490" y="18570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3" name="Google Shape;2943;p48"/>
          <p:cNvSpPr/>
          <p:nvPr/>
        </p:nvSpPr>
        <p:spPr>
          <a:xfrm>
            <a:off x="1575490" y="176298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4" name="Google Shape;2944;p48"/>
          <p:cNvSpPr/>
          <p:nvPr/>
        </p:nvSpPr>
        <p:spPr>
          <a:xfrm>
            <a:off x="1663283" y="178259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5" name="Google Shape;2945;p48"/>
          <p:cNvSpPr/>
          <p:nvPr/>
        </p:nvSpPr>
        <p:spPr>
          <a:xfrm>
            <a:off x="1489896" y="170265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6" name="Google Shape;2946;p48"/>
          <p:cNvSpPr/>
          <p:nvPr/>
        </p:nvSpPr>
        <p:spPr>
          <a:xfrm>
            <a:off x="1550558" y="15984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7" name="Google Shape;2947;p48"/>
          <p:cNvSpPr/>
          <p:nvPr/>
        </p:nvSpPr>
        <p:spPr>
          <a:xfrm>
            <a:off x="1625086" y="166893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8" name="Google Shape;2948;p48"/>
          <p:cNvSpPr/>
          <p:nvPr/>
        </p:nvSpPr>
        <p:spPr>
          <a:xfrm>
            <a:off x="1712880" y="15990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9" name="Google Shape;2949;p48"/>
          <p:cNvSpPr/>
          <p:nvPr/>
        </p:nvSpPr>
        <p:spPr>
          <a:xfrm>
            <a:off x="1776008" y="166893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0" name="Google Shape;2950;p48"/>
          <p:cNvSpPr/>
          <p:nvPr/>
        </p:nvSpPr>
        <p:spPr>
          <a:xfrm>
            <a:off x="2625568" y="184881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1" name="Google Shape;2951;p48"/>
          <p:cNvSpPr/>
          <p:nvPr/>
        </p:nvSpPr>
        <p:spPr>
          <a:xfrm>
            <a:off x="2676364" y="189961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2" name="Google Shape;2952;p48"/>
          <p:cNvSpPr/>
          <p:nvPr/>
        </p:nvSpPr>
        <p:spPr>
          <a:xfrm>
            <a:off x="1336509" y="162526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3" name="Google Shape;2953;p48"/>
          <p:cNvSpPr/>
          <p:nvPr/>
        </p:nvSpPr>
        <p:spPr>
          <a:xfrm>
            <a:off x="1857982" y="176289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4" name="Google Shape;2954;p48"/>
          <p:cNvSpPr/>
          <p:nvPr/>
        </p:nvSpPr>
        <p:spPr>
          <a:xfrm>
            <a:off x="1456292" y="184590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5" name="Google Shape;2955;p48"/>
          <p:cNvSpPr/>
          <p:nvPr/>
        </p:nvSpPr>
        <p:spPr>
          <a:xfrm>
            <a:off x="2065369" y="168424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6" name="Google Shape;2956;p48"/>
          <p:cNvSpPr/>
          <p:nvPr/>
        </p:nvSpPr>
        <p:spPr>
          <a:xfrm>
            <a:off x="2035969" y="185694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7" name="Google Shape;2957;p48"/>
          <p:cNvSpPr/>
          <p:nvPr/>
        </p:nvSpPr>
        <p:spPr>
          <a:xfrm>
            <a:off x="1944242" y="192747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8" name="Google Shape;2958;p48"/>
          <p:cNvSpPr/>
          <p:nvPr/>
        </p:nvSpPr>
        <p:spPr>
          <a:xfrm>
            <a:off x="1967907" y="205648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9" name="Google Shape;2959;p48"/>
          <p:cNvSpPr/>
          <p:nvPr/>
        </p:nvSpPr>
        <p:spPr>
          <a:xfrm>
            <a:off x="2085565" y="199134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0" name="Google Shape;2960;p48"/>
          <p:cNvSpPr/>
          <p:nvPr/>
        </p:nvSpPr>
        <p:spPr>
          <a:xfrm>
            <a:off x="1918311" y="214821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1" name="Google Shape;2961;p48"/>
          <p:cNvSpPr/>
          <p:nvPr/>
        </p:nvSpPr>
        <p:spPr>
          <a:xfrm>
            <a:off x="2135161" y="192747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2" name="Google Shape;2962;p48"/>
          <p:cNvSpPr/>
          <p:nvPr/>
        </p:nvSpPr>
        <p:spPr>
          <a:xfrm>
            <a:off x="2171159" y="185694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3" name="Google Shape;2963;p48"/>
          <p:cNvSpPr/>
          <p:nvPr/>
        </p:nvSpPr>
        <p:spPr>
          <a:xfrm>
            <a:off x="2171159" y="176289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4" name="Google Shape;2964;p48"/>
          <p:cNvSpPr/>
          <p:nvPr/>
        </p:nvSpPr>
        <p:spPr>
          <a:xfrm>
            <a:off x="2258952" y="178250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5" name="Google Shape;2965;p48"/>
          <p:cNvSpPr/>
          <p:nvPr/>
        </p:nvSpPr>
        <p:spPr>
          <a:xfrm>
            <a:off x="1597615" y="181037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6" name="Google Shape;2966;p48"/>
          <p:cNvSpPr/>
          <p:nvPr/>
        </p:nvSpPr>
        <p:spPr>
          <a:xfrm>
            <a:off x="1658277" y="170612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7" name="Google Shape;2967;p48"/>
          <p:cNvSpPr/>
          <p:nvPr/>
        </p:nvSpPr>
        <p:spPr>
          <a:xfrm>
            <a:off x="1732805" y="177665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8" name="Google Shape;2968;p48"/>
          <p:cNvSpPr/>
          <p:nvPr/>
        </p:nvSpPr>
        <p:spPr>
          <a:xfrm>
            <a:off x="1820598" y="170675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9" name="Google Shape;2969;p48"/>
          <p:cNvSpPr/>
          <p:nvPr/>
        </p:nvSpPr>
        <p:spPr>
          <a:xfrm>
            <a:off x="1883727" y="177665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0" name="Google Shape;2970;p48"/>
          <p:cNvSpPr/>
          <p:nvPr/>
        </p:nvSpPr>
        <p:spPr>
          <a:xfrm>
            <a:off x="1794935" y="217398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1" name="Google Shape;2971;p48"/>
          <p:cNvSpPr/>
          <p:nvPr/>
        </p:nvSpPr>
        <p:spPr>
          <a:xfrm>
            <a:off x="1845732" y="222478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2" name="Google Shape;2972;p48"/>
          <p:cNvSpPr/>
          <p:nvPr/>
        </p:nvSpPr>
        <p:spPr>
          <a:xfrm>
            <a:off x="1940925" y="217398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3" name="Google Shape;2973;p48"/>
          <p:cNvSpPr/>
          <p:nvPr/>
        </p:nvSpPr>
        <p:spPr>
          <a:xfrm>
            <a:off x="1974447" y="241943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4" name="Google Shape;2974;p48"/>
          <p:cNvSpPr/>
          <p:nvPr/>
        </p:nvSpPr>
        <p:spPr>
          <a:xfrm>
            <a:off x="2060708" y="239463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5" name="Google Shape;2975;p48"/>
          <p:cNvSpPr/>
          <p:nvPr/>
        </p:nvSpPr>
        <p:spPr>
          <a:xfrm>
            <a:off x="2084373" y="225548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6" name="Google Shape;2976;p48"/>
          <p:cNvSpPr/>
          <p:nvPr/>
        </p:nvSpPr>
        <p:spPr>
          <a:xfrm>
            <a:off x="2152434" y="251348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7" name="Google Shape;2977;p48"/>
          <p:cNvSpPr/>
          <p:nvPr/>
        </p:nvSpPr>
        <p:spPr>
          <a:xfrm>
            <a:off x="2060708" y="258401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8" name="Google Shape;2978;p48"/>
          <p:cNvSpPr/>
          <p:nvPr/>
        </p:nvSpPr>
        <p:spPr>
          <a:xfrm>
            <a:off x="2084373" y="271302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9" name="Google Shape;2979;p48"/>
          <p:cNvSpPr/>
          <p:nvPr/>
        </p:nvSpPr>
        <p:spPr>
          <a:xfrm>
            <a:off x="2202031" y="264788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0" name="Google Shape;2980;p48"/>
          <p:cNvSpPr/>
          <p:nvPr/>
        </p:nvSpPr>
        <p:spPr>
          <a:xfrm>
            <a:off x="2034776" y="280475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1" name="Google Shape;2981;p48"/>
          <p:cNvSpPr/>
          <p:nvPr/>
        </p:nvSpPr>
        <p:spPr>
          <a:xfrm>
            <a:off x="2251627" y="258401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2" name="Google Shape;2982;p48"/>
          <p:cNvSpPr/>
          <p:nvPr/>
        </p:nvSpPr>
        <p:spPr>
          <a:xfrm>
            <a:off x="2287624" y="251348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3" name="Google Shape;2983;p48"/>
          <p:cNvSpPr/>
          <p:nvPr/>
        </p:nvSpPr>
        <p:spPr>
          <a:xfrm>
            <a:off x="2287624" y="241943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4" name="Google Shape;2984;p48"/>
          <p:cNvSpPr/>
          <p:nvPr/>
        </p:nvSpPr>
        <p:spPr>
          <a:xfrm>
            <a:off x="2375418" y="243904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5" name="Google Shape;2985;p48"/>
          <p:cNvSpPr/>
          <p:nvPr/>
        </p:nvSpPr>
        <p:spPr>
          <a:xfrm>
            <a:off x="2202031" y="235909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6" name="Google Shape;2986;p48"/>
          <p:cNvSpPr/>
          <p:nvPr/>
        </p:nvSpPr>
        <p:spPr>
          <a:xfrm>
            <a:off x="2262693" y="225484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7" name="Google Shape;2987;p48"/>
          <p:cNvSpPr/>
          <p:nvPr/>
        </p:nvSpPr>
        <p:spPr>
          <a:xfrm>
            <a:off x="2337221" y="232537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8" name="Google Shape;2988;p48"/>
          <p:cNvSpPr/>
          <p:nvPr/>
        </p:nvSpPr>
        <p:spPr>
          <a:xfrm>
            <a:off x="2425014" y="225548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9" name="Google Shape;2989;p48"/>
          <p:cNvSpPr/>
          <p:nvPr/>
        </p:nvSpPr>
        <p:spPr>
          <a:xfrm>
            <a:off x="2488143" y="232537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0" name="Google Shape;2990;p48"/>
          <p:cNvSpPr/>
          <p:nvPr/>
        </p:nvSpPr>
        <p:spPr>
          <a:xfrm rot="-2700000">
            <a:off x="1953197" y="1641526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1" name="Google Shape;2991;p48"/>
          <p:cNvSpPr/>
          <p:nvPr/>
        </p:nvSpPr>
        <p:spPr>
          <a:xfrm rot="-2700000">
            <a:off x="2025034" y="1641526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2" name="Google Shape;2992;p48"/>
          <p:cNvSpPr/>
          <p:nvPr/>
        </p:nvSpPr>
        <p:spPr>
          <a:xfrm rot="-2700000">
            <a:off x="2056427" y="1538296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3" name="Google Shape;2993;p48"/>
          <p:cNvSpPr/>
          <p:nvPr/>
        </p:nvSpPr>
        <p:spPr>
          <a:xfrm rot="-2700000">
            <a:off x="2253690" y="1688149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4" name="Google Shape;2994;p48"/>
          <p:cNvSpPr/>
          <p:nvPr/>
        </p:nvSpPr>
        <p:spPr>
          <a:xfrm rot="-2700000">
            <a:off x="2297150" y="1609620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5" name="Google Shape;2995;p48"/>
          <p:cNvSpPr/>
          <p:nvPr/>
        </p:nvSpPr>
        <p:spPr>
          <a:xfrm rot="-2700000">
            <a:off x="2215491" y="1494494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6" name="Google Shape;2996;p48"/>
          <p:cNvSpPr/>
          <p:nvPr/>
        </p:nvSpPr>
        <p:spPr>
          <a:xfrm rot="-2700000">
            <a:off x="2446050" y="162879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7" name="Google Shape;2997;p48"/>
          <p:cNvSpPr/>
          <p:nvPr/>
        </p:nvSpPr>
        <p:spPr>
          <a:xfrm rot="-2700000">
            <a:off x="2431060" y="1743529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8" name="Google Shape;2998;p48"/>
          <p:cNvSpPr/>
          <p:nvPr/>
        </p:nvSpPr>
        <p:spPr>
          <a:xfrm rot="-2700000">
            <a:off x="2539021" y="181802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9" name="Google Shape;2999;p48"/>
          <p:cNvSpPr/>
          <p:nvPr/>
        </p:nvSpPr>
        <p:spPr>
          <a:xfrm rot="-2700000">
            <a:off x="2568818" y="191795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0" name="Google Shape;3000;p48"/>
          <p:cNvSpPr/>
          <p:nvPr/>
        </p:nvSpPr>
        <p:spPr>
          <a:xfrm rot="-2700000">
            <a:off x="2105535" y="1641526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1" name="Google Shape;3001;p48"/>
          <p:cNvSpPr/>
          <p:nvPr/>
        </p:nvSpPr>
        <p:spPr>
          <a:xfrm rot="-2700000">
            <a:off x="2177371" y="1641526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2" name="Google Shape;3002;p48"/>
          <p:cNvSpPr/>
          <p:nvPr/>
        </p:nvSpPr>
        <p:spPr>
          <a:xfrm rot="-2700000">
            <a:off x="2208765" y="1538296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3" name="Google Shape;3003;p48"/>
          <p:cNvSpPr/>
          <p:nvPr/>
        </p:nvSpPr>
        <p:spPr>
          <a:xfrm rot="-2700000">
            <a:off x="2406027" y="1688149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4" name="Google Shape;3004;p48"/>
          <p:cNvSpPr/>
          <p:nvPr/>
        </p:nvSpPr>
        <p:spPr>
          <a:xfrm rot="-2700000">
            <a:off x="2257872" y="1641526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5" name="Google Shape;3005;p48"/>
          <p:cNvSpPr/>
          <p:nvPr/>
        </p:nvSpPr>
        <p:spPr>
          <a:xfrm rot="-2700000">
            <a:off x="2329709" y="1641526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6" name="Google Shape;3006;p48"/>
          <p:cNvSpPr/>
          <p:nvPr/>
        </p:nvSpPr>
        <p:spPr>
          <a:xfrm>
            <a:off x="1587675" y="181448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7" name="Google Shape;3007;p48"/>
          <p:cNvSpPr/>
          <p:nvPr/>
        </p:nvSpPr>
        <p:spPr>
          <a:xfrm>
            <a:off x="1440300" y="18570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8" name="Google Shape;3008;p48"/>
          <p:cNvSpPr/>
          <p:nvPr/>
        </p:nvSpPr>
        <p:spPr>
          <a:xfrm>
            <a:off x="1548018" y="196475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9" name="Google Shape;3009;p48"/>
          <p:cNvSpPr/>
          <p:nvPr/>
        </p:nvSpPr>
        <p:spPr>
          <a:xfrm>
            <a:off x="1883725" y="293059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0" name="Google Shape;3010;p48"/>
          <p:cNvSpPr/>
          <p:nvPr/>
        </p:nvSpPr>
        <p:spPr>
          <a:xfrm>
            <a:off x="2259025" y="212677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1" name="Google Shape;3011;p48"/>
          <p:cNvSpPr/>
          <p:nvPr/>
        </p:nvSpPr>
        <p:spPr>
          <a:xfrm>
            <a:off x="2259025" y="203272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2" name="Google Shape;3012;p48"/>
          <p:cNvSpPr/>
          <p:nvPr/>
        </p:nvSpPr>
        <p:spPr>
          <a:xfrm>
            <a:off x="2346818" y="205233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3" name="Google Shape;3013;p48"/>
          <p:cNvSpPr/>
          <p:nvPr/>
        </p:nvSpPr>
        <p:spPr>
          <a:xfrm>
            <a:off x="2173431" y="197239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4" name="Google Shape;3014;p48"/>
          <p:cNvSpPr/>
          <p:nvPr/>
        </p:nvSpPr>
        <p:spPr>
          <a:xfrm>
            <a:off x="2234093" y="186814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5" name="Google Shape;3015;p48"/>
          <p:cNvSpPr/>
          <p:nvPr/>
        </p:nvSpPr>
        <p:spPr>
          <a:xfrm>
            <a:off x="2308621" y="193867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6" name="Google Shape;3016;p48"/>
          <p:cNvSpPr/>
          <p:nvPr/>
        </p:nvSpPr>
        <p:spPr>
          <a:xfrm>
            <a:off x="2396415" y="186877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7" name="Google Shape;3017;p48"/>
          <p:cNvSpPr/>
          <p:nvPr/>
        </p:nvSpPr>
        <p:spPr>
          <a:xfrm>
            <a:off x="2139827" y="211564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8" name="Google Shape;3018;p48"/>
          <p:cNvSpPr/>
          <p:nvPr/>
        </p:nvSpPr>
        <p:spPr>
          <a:xfrm>
            <a:off x="2163492" y="197649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9" name="Google Shape;3019;p48"/>
          <p:cNvSpPr/>
          <p:nvPr/>
        </p:nvSpPr>
        <p:spPr>
          <a:xfrm>
            <a:off x="2366744" y="214044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0" name="Google Shape;3020;p48"/>
          <p:cNvSpPr/>
          <p:nvPr/>
        </p:nvSpPr>
        <p:spPr>
          <a:xfrm>
            <a:off x="2281150" y="208011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1" name="Google Shape;3021;p48"/>
          <p:cNvSpPr/>
          <p:nvPr/>
        </p:nvSpPr>
        <p:spPr>
          <a:xfrm>
            <a:off x="2341812" y="197586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2" name="Google Shape;3022;p48"/>
          <p:cNvSpPr/>
          <p:nvPr/>
        </p:nvSpPr>
        <p:spPr>
          <a:xfrm>
            <a:off x="2416340" y="204638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3" name="Google Shape;3023;p48"/>
          <p:cNvSpPr/>
          <p:nvPr/>
        </p:nvSpPr>
        <p:spPr>
          <a:xfrm>
            <a:off x="2271210" y="208421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4" name="Google Shape;3024;p48"/>
          <p:cNvSpPr/>
          <p:nvPr/>
        </p:nvSpPr>
        <p:spPr>
          <a:xfrm>
            <a:off x="2670710" y="202539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5" name="Google Shape;3025;p48"/>
          <p:cNvSpPr/>
          <p:nvPr/>
        </p:nvSpPr>
        <p:spPr>
          <a:xfrm>
            <a:off x="2670710" y="193134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6" name="Google Shape;3026;p48"/>
          <p:cNvSpPr/>
          <p:nvPr/>
        </p:nvSpPr>
        <p:spPr>
          <a:xfrm>
            <a:off x="2758503" y="195095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7" name="Google Shape;3027;p48"/>
          <p:cNvSpPr/>
          <p:nvPr/>
        </p:nvSpPr>
        <p:spPr>
          <a:xfrm>
            <a:off x="2585116" y="187101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8" name="Google Shape;3028;p48"/>
          <p:cNvSpPr/>
          <p:nvPr/>
        </p:nvSpPr>
        <p:spPr>
          <a:xfrm>
            <a:off x="2645778" y="176676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9" name="Google Shape;3029;p48"/>
          <p:cNvSpPr/>
          <p:nvPr/>
        </p:nvSpPr>
        <p:spPr>
          <a:xfrm>
            <a:off x="2720306" y="183728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0" name="Google Shape;3030;p48"/>
          <p:cNvSpPr/>
          <p:nvPr/>
        </p:nvSpPr>
        <p:spPr>
          <a:xfrm>
            <a:off x="2808100" y="176739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1" name="Google Shape;3031;p48"/>
          <p:cNvSpPr/>
          <p:nvPr/>
        </p:nvSpPr>
        <p:spPr>
          <a:xfrm>
            <a:off x="2551512" y="201426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2" name="Google Shape;3032;p48"/>
          <p:cNvSpPr/>
          <p:nvPr/>
        </p:nvSpPr>
        <p:spPr>
          <a:xfrm>
            <a:off x="2575177" y="187511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3" name="Google Shape;3033;p48"/>
          <p:cNvSpPr/>
          <p:nvPr/>
        </p:nvSpPr>
        <p:spPr>
          <a:xfrm>
            <a:off x="2778428" y="203906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4" name="Google Shape;3034;p48"/>
          <p:cNvSpPr/>
          <p:nvPr/>
        </p:nvSpPr>
        <p:spPr>
          <a:xfrm>
            <a:off x="2692835" y="197872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5" name="Google Shape;3035;p48"/>
          <p:cNvSpPr/>
          <p:nvPr/>
        </p:nvSpPr>
        <p:spPr>
          <a:xfrm>
            <a:off x="2753497" y="187447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6" name="Google Shape;3036;p48"/>
          <p:cNvSpPr/>
          <p:nvPr/>
        </p:nvSpPr>
        <p:spPr>
          <a:xfrm>
            <a:off x="2828025" y="19450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7" name="Google Shape;3037;p48"/>
          <p:cNvSpPr/>
          <p:nvPr/>
        </p:nvSpPr>
        <p:spPr>
          <a:xfrm>
            <a:off x="2682895" y="198283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8" name="Google Shape;3038;p48"/>
          <p:cNvSpPr/>
          <p:nvPr/>
        </p:nvSpPr>
        <p:spPr>
          <a:xfrm>
            <a:off x="1207267" y="168816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9" name="Google Shape;3039;p48"/>
          <p:cNvSpPr/>
          <p:nvPr/>
        </p:nvSpPr>
        <p:spPr>
          <a:xfrm>
            <a:off x="1217781" y="188363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0" name="Google Shape;3040;p48"/>
          <p:cNvSpPr/>
          <p:nvPr/>
        </p:nvSpPr>
        <p:spPr>
          <a:xfrm>
            <a:off x="1918306" y="285436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41" name="Google Shape;304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6825" y="1197288"/>
            <a:ext cx="2063126" cy="2002874"/>
          </a:xfrm>
          <a:prstGeom prst="rect">
            <a:avLst/>
          </a:prstGeom>
          <a:noFill/>
          <a:ln>
            <a:noFill/>
          </a:ln>
        </p:spPr>
      </p:pic>
      <p:sp>
        <p:nvSpPr>
          <p:cNvPr id="3042" name="Google Shape;3042;p48"/>
          <p:cNvSpPr/>
          <p:nvPr/>
        </p:nvSpPr>
        <p:spPr>
          <a:xfrm>
            <a:off x="4552780" y="165909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3" name="Google Shape;3043;p48"/>
          <p:cNvSpPr/>
          <p:nvPr/>
        </p:nvSpPr>
        <p:spPr>
          <a:xfrm>
            <a:off x="4603577" y="170988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4" name="Google Shape;3044;p48"/>
          <p:cNvSpPr/>
          <p:nvPr/>
        </p:nvSpPr>
        <p:spPr>
          <a:xfrm>
            <a:off x="4698770" y="165909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5" name="Google Shape;3045;p48"/>
          <p:cNvSpPr/>
          <p:nvPr/>
        </p:nvSpPr>
        <p:spPr>
          <a:xfrm>
            <a:off x="4732292" y="19045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6" name="Google Shape;3046;p48"/>
          <p:cNvSpPr/>
          <p:nvPr/>
        </p:nvSpPr>
        <p:spPr>
          <a:xfrm>
            <a:off x="4818553" y="187974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7" name="Google Shape;3047;p48"/>
          <p:cNvSpPr/>
          <p:nvPr/>
        </p:nvSpPr>
        <p:spPr>
          <a:xfrm>
            <a:off x="4842217" y="174059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8" name="Google Shape;3048;p48"/>
          <p:cNvSpPr/>
          <p:nvPr/>
        </p:nvSpPr>
        <p:spPr>
          <a:xfrm>
            <a:off x="4910279" y="199858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9" name="Google Shape;3049;p48"/>
          <p:cNvSpPr/>
          <p:nvPr/>
        </p:nvSpPr>
        <p:spPr>
          <a:xfrm>
            <a:off x="4818553" y="206911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0" name="Google Shape;3050;p48"/>
          <p:cNvSpPr/>
          <p:nvPr/>
        </p:nvSpPr>
        <p:spPr>
          <a:xfrm>
            <a:off x="4842217" y="219813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1" name="Google Shape;3051;p48"/>
          <p:cNvSpPr/>
          <p:nvPr/>
        </p:nvSpPr>
        <p:spPr>
          <a:xfrm>
            <a:off x="4012777" y="180162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2" name="Google Shape;3052;p48"/>
          <p:cNvSpPr/>
          <p:nvPr/>
        </p:nvSpPr>
        <p:spPr>
          <a:xfrm>
            <a:off x="4792621" y="228986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3" name="Google Shape;3053;p48"/>
          <p:cNvSpPr/>
          <p:nvPr/>
        </p:nvSpPr>
        <p:spPr>
          <a:xfrm>
            <a:off x="3574423" y="184556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4" name="Google Shape;3054;p48"/>
          <p:cNvSpPr/>
          <p:nvPr/>
        </p:nvSpPr>
        <p:spPr>
          <a:xfrm>
            <a:off x="3610421" y="177503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5" name="Google Shape;3055;p48"/>
          <p:cNvSpPr/>
          <p:nvPr/>
        </p:nvSpPr>
        <p:spPr>
          <a:xfrm>
            <a:off x="3610421" y="168098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6" name="Google Shape;3056;p48"/>
          <p:cNvSpPr/>
          <p:nvPr/>
        </p:nvSpPr>
        <p:spPr>
          <a:xfrm>
            <a:off x="3698214" y="170059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7" name="Google Shape;3057;p48"/>
          <p:cNvSpPr/>
          <p:nvPr/>
        </p:nvSpPr>
        <p:spPr>
          <a:xfrm>
            <a:off x="3524827" y="162065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8" name="Google Shape;3058;p48"/>
          <p:cNvSpPr/>
          <p:nvPr/>
        </p:nvSpPr>
        <p:spPr>
          <a:xfrm>
            <a:off x="3585489" y="151640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9" name="Google Shape;3059;p48"/>
          <p:cNvSpPr/>
          <p:nvPr/>
        </p:nvSpPr>
        <p:spPr>
          <a:xfrm>
            <a:off x="3660017" y="158692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0" name="Google Shape;3060;p48"/>
          <p:cNvSpPr/>
          <p:nvPr/>
        </p:nvSpPr>
        <p:spPr>
          <a:xfrm>
            <a:off x="3747811" y="151703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1" name="Google Shape;3061;p48"/>
          <p:cNvSpPr/>
          <p:nvPr/>
        </p:nvSpPr>
        <p:spPr>
          <a:xfrm>
            <a:off x="3810939" y="158692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2" name="Google Shape;3062;p48"/>
          <p:cNvSpPr/>
          <p:nvPr/>
        </p:nvSpPr>
        <p:spPr>
          <a:xfrm>
            <a:off x="4660499" y="176681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3" name="Google Shape;3063;p48"/>
          <p:cNvSpPr/>
          <p:nvPr/>
        </p:nvSpPr>
        <p:spPr>
          <a:xfrm>
            <a:off x="4711295" y="18176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4" name="Google Shape;3064;p48"/>
          <p:cNvSpPr/>
          <p:nvPr/>
        </p:nvSpPr>
        <p:spPr>
          <a:xfrm>
            <a:off x="4806488" y="176681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5" name="Google Shape;3065;p48"/>
          <p:cNvSpPr/>
          <p:nvPr/>
        </p:nvSpPr>
        <p:spPr>
          <a:xfrm>
            <a:off x="4840011" y="201225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6" name="Google Shape;3066;p48"/>
          <p:cNvSpPr/>
          <p:nvPr/>
        </p:nvSpPr>
        <p:spPr>
          <a:xfrm>
            <a:off x="3491223" y="176390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7" name="Google Shape;3067;p48"/>
          <p:cNvSpPr/>
          <p:nvPr/>
        </p:nvSpPr>
        <p:spPr>
          <a:xfrm>
            <a:off x="3514888" y="162475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8" name="Google Shape;3068;p48"/>
          <p:cNvSpPr/>
          <p:nvPr/>
        </p:nvSpPr>
        <p:spPr>
          <a:xfrm>
            <a:off x="3979173" y="184546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9" name="Google Shape;3069;p48"/>
          <p:cNvSpPr/>
          <p:nvPr/>
        </p:nvSpPr>
        <p:spPr>
          <a:xfrm>
            <a:off x="4002838" y="197447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0" name="Google Shape;3070;p48"/>
          <p:cNvSpPr/>
          <p:nvPr/>
        </p:nvSpPr>
        <p:spPr>
          <a:xfrm>
            <a:off x="4120496" y="190934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1" name="Google Shape;3071;p48"/>
          <p:cNvSpPr/>
          <p:nvPr/>
        </p:nvSpPr>
        <p:spPr>
          <a:xfrm>
            <a:off x="3953242" y="206621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2" name="Google Shape;3072;p48"/>
          <p:cNvSpPr/>
          <p:nvPr/>
        </p:nvSpPr>
        <p:spPr>
          <a:xfrm>
            <a:off x="4170093" y="184546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3" name="Google Shape;3073;p48"/>
          <p:cNvSpPr/>
          <p:nvPr/>
        </p:nvSpPr>
        <p:spPr>
          <a:xfrm>
            <a:off x="3718140" y="188275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4" name="Google Shape;3074;p48"/>
          <p:cNvSpPr/>
          <p:nvPr/>
        </p:nvSpPr>
        <p:spPr>
          <a:xfrm>
            <a:off x="3718140" y="178870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5" name="Google Shape;3075;p48"/>
          <p:cNvSpPr/>
          <p:nvPr/>
        </p:nvSpPr>
        <p:spPr>
          <a:xfrm>
            <a:off x="3805933" y="180831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6" name="Google Shape;3076;p48"/>
          <p:cNvSpPr/>
          <p:nvPr/>
        </p:nvSpPr>
        <p:spPr>
          <a:xfrm>
            <a:off x="3632546" y="172836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7" name="Google Shape;3077;p48"/>
          <p:cNvSpPr/>
          <p:nvPr/>
        </p:nvSpPr>
        <p:spPr>
          <a:xfrm>
            <a:off x="3693208" y="162411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8" name="Google Shape;3078;p48"/>
          <p:cNvSpPr/>
          <p:nvPr/>
        </p:nvSpPr>
        <p:spPr>
          <a:xfrm>
            <a:off x="3767736" y="169464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9" name="Google Shape;3079;p48"/>
          <p:cNvSpPr/>
          <p:nvPr/>
        </p:nvSpPr>
        <p:spPr>
          <a:xfrm>
            <a:off x="3855530" y="162475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0" name="Google Shape;3080;p48"/>
          <p:cNvSpPr/>
          <p:nvPr/>
        </p:nvSpPr>
        <p:spPr>
          <a:xfrm>
            <a:off x="3918658" y="169464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1" name="Google Shape;3081;p48"/>
          <p:cNvSpPr/>
          <p:nvPr/>
        </p:nvSpPr>
        <p:spPr>
          <a:xfrm>
            <a:off x="4768218" y="187452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2" name="Google Shape;3082;p48"/>
          <p:cNvSpPr/>
          <p:nvPr/>
        </p:nvSpPr>
        <p:spPr>
          <a:xfrm>
            <a:off x="4819014" y="192532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3" name="Google Shape;3083;p48"/>
          <p:cNvSpPr/>
          <p:nvPr/>
        </p:nvSpPr>
        <p:spPr>
          <a:xfrm>
            <a:off x="3479159" y="165097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4" name="Google Shape;3084;p48"/>
          <p:cNvSpPr/>
          <p:nvPr/>
        </p:nvSpPr>
        <p:spPr>
          <a:xfrm>
            <a:off x="4000632" y="178860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5" name="Google Shape;3085;p48"/>
          <p:cNvSpPr/>
          <p:nvPr/>
        </p:nvSpPr>
        <p:spPr>
          <a:xfrm>
            <a:off x="3598942" y="187162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6" name="Google Shape;3086;p48"/>
          <p:cNvSpPr/>
          <p:nvPr/>
        </p:nvSpPr>
        <p:spPr>
          <a:xfrm>
            <a:off x="3622607" y="173247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7" name="Google Shape;3087;p48"/>
          <p:cNvSpPr/>
          <p:nvPr/>
        </p:nvSpPr>
        <p:spPr>
          <a:xfrm>
            <a:off x="4178619" y="188265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8" name="Google Shape;3088;p48"/>
          <p:cNvSpPr/>
          <p:nvPr/>
        </p:nvSpPr>
        <p:spPr>
          <a:xfrm>
            <a:off x="4086892" y="195318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9" name="Google Shape;3089;p48"/>
          <p:cNvSpPr/>
          <p:nvPr/>
        </p:nvSpPr>
        <p:spPr>
          <a:xfrm>
            <a:off x="4110557" y="208219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0" name="Google Shape;3090;p48"/>
          <p:cNvSpPr/>
          <p:nvPr/>
        </p:nvSpPr>
        <p:spPr>
          <a:xfrm>
            <a:off x="4228215" y="201706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1" name="Google Shape;3091;p48"/>
          <p:cNvSpPr/>
          <p:nvPr/>
        </p:nvSpPr>
        <p:spPr>
          <a:xfrm>
            <a:off x="4060961" y="217393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2" name="Google Shape;3092;p48"/>
          <p:cNvSpPr/>
          <p:nvPr/>
        </p:nvSpPr>
        <p:spPr>
          <a:xfrm>
            <a:off x="4277811" y="195318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3" name="Google Shape;3093;p48"/>
          <p:cNvSpPr/>
          <p:nvPr/>
        </p:nvSpPr>
        <p:spPr>
          <a:xfrm>
            <a:off x="4313809" y="188265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4" name="Google Shape;3094;p48"/>
          <p:cNvSpPr/>
          <p:nvPr/>
        </p:nvSpPr>
        <p:spPr>
          <a:xfrm>
            <a:off x="4313809" y="178860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5" name="Google Shape;3095;p48"/>
          <p:cNvSpPr/>
          <p:nvPr/>
        </p:nvSpPr>
        <p:spPr>
          <a:xfrm>
            <a:off x="4401602" y="180821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6" name="Google Shape;3096;p48"/>
          <p:cNvSpPr/>
          <p:nvPr/>
        </p:nvSpPr>
        <p:spPr>
          <a:xfrm>
            <a:off x="3740265" y="183608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7" name="Google Shape;3097;p48"/>
          <p:cNvSpPr/>
          <p:nvPr/>
        </p:nvSpPr>
        <p:spPr>
          <a:xfrm>
            <a:off x="3800927" y="173183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8" name="Google Shape;3098;p48"/>
          <p:cNvSpPr/>
          <p:nvPr/>
        </p:nvSpPr>
        <p:spPr>
          <a:xfrm>
            <a:off x="3875455" y="180236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9" name="Google Shape;3099;p48"/>
          <p:cNvSpPr/>
          <p:nvPr/>
        </p:nvSpPr>
        <p:spPr>
          <a:xfrm>
            <a:off x="3963248" y="173247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0" name="Google Shape;3100;p48"/>
          <p:cNvSpPr/>
          <p:nvPr/>
        </p:nvSpPr>
        <p:spPr>
          <a:xfrm>
            <a:off x="4026377" y="180236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1" name="Google Shape;3101;p48"/>
          <p:cNvSpPr/>
          <p:nvPr/>
        </p:nvSpPr>
        <p:spPr>
          <a:xfrm>
            <a:off x="3937585" y="219969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2" name="Google Shape;3102;p48"/>
          <p:cNvSpPr/>
          <p:nvPr/>
        </p:nvSpPr>
        <p:spPr>
          <a:xfrm>
            <a:off x="3988382" y="225049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3" name="Google Shape;3103;p48"/>
          <p:cNvSpPr/>
          <p:nvPr/>
        </p:nvSpPr>
        <p:spPr>
          <a:xfrm>
            <a:off x="4083575" y="219969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4" name="Google Shape;3104;p48"/>
          <p:cNvSpPr/>
          <p:nvPr/>
        </p:nvSpPr>
        <p:spPr>
          <a:xfrm>
            <a:off x="4117097" y="244514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5" name="Google Shape;3105;p48"/>
          <p:cNvSpPr/>
          <p:nvPr/>
        </p:nvSpPr>
        <p:spPr>
          <a:xfrm>
            <a:off x="4203358" y="242034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6" name="Google Shape;3106;p48"/>
          <p:cNvSpPr/>
          <p:nvPr/>
        </p:nvSpPr>
        <p:spPr>
          <a:xfrm>
            <a:off x="4227023" y="228119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7" name="Google Shape;3107;p48"/>
          <p:cNvSpPr/>
          <p:nvPr/>
        </p:nvSpPr>
        <p:spPr>
          <a:xfrm>
            <a:off x="4295084" y="253919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8" name="Google Shape;3108;p48"/>
          <p:cNvSpPr/>
          <p:nvPr/>
        </p:nvSpPr>
        <p:spPr>
          <a:xfrm>
            <a:off x="4203358" y="260972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9" name="Google Shape;3109;p48"/>
          <p:cNvSpPr/>
          <p:nvPr/>
        </p:nvSpPr>
        <p:spPr>
          <a:xfrm>
            <a:off x="4227023" y="273873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0" name="Google Shape;3110;p48"/>
          <p:cNvSpPr/>
          <p:nvPr/>
        </p:nvSpPr>
        <p:spPr>
          <a:xfrm>
            <a:off x="4344681" y="267360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1" name="Google Shape;3111;p48"/>
          <p:cNvSpPr/>
          <p:nvPr/>
        </p:nvSpPr>
        <p:spPr>
          <a:xfrm>
            <a:off x="4177426" y="283047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2" name="Google Shape;3112;p48"/>
          <p:cNvSpPr/>
          <p:nvPr/>
        </p:nvSpPr>
        <p:spPr>
          <a:xfrm>
            <a:off x="4394277" y="260972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3" name="Google Shape;3113;p48"/>
          <p:cNvSpPr/>
          <p:nvPr/>
        </p:nvSpPr>
        <p:spPr>
          <a:xfrm>
            <a:off x="4430274" y="253919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4" name="Google Shape;3114;p48"/>
          <p:cNvSpPr/>
          <p:nvPr/>
        </p:nvSpPr>
        <p:spPr>
          <a:xfrm>
            <a:off x="4430274" y="244514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5" name="Google Shape;3115;p48"/>
          <p:cNvSpPr/>
          <p:nvPr/>
        </p:nvSpPr>
        <p:spPr>
          <a:xfrm>
            <a:off x="4518068" y="246475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6" name="Google Shape;3116;p48"/>
          <p:cNvSpPr/>
          <p:nvPr/>
        </p:nvSpPr>
        <p:spPr>
          <a:xfrm>
            <a:off x="4344681" y="238481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7" name="Google Shape;3117;p48"/>
          <p:cNvSpPr/>
          <p:nvPr/>
        </p:nvSpPr>
        <p:spPr>
          <a:xfrm>
            <a:off x="4405343" y="228056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8" name="Google Shape;3118;p48"/>
          <p:cNvSpPr/>
          <p:nvPr/>
        </p:nvSpPr>
        <p:spPr>
          <a:xfrm>
            <a:off x="4479871" y="235108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9" name="Google Shape;3119;p48"/>
          <p:cNvSpPr/>
          <p:nvPr/>
        </p:nvSpPr>
        <p:spPr>
          <a:xfrm>
            <a:off x="4567664" y="228119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0" name="Google Shape;3120;p48"/>
          <p:cNvSpPr/>
          <p:nvPr/>
        </p:nvSpPr>
        <p:spPr>
          <a:xfrm>
            <a:off x="4630793" y="235108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1" name="Google Shape;3121;p48"/>
          <p:cNvSpPr/>
          <p:nvPr/>
        </p:nvSpPr>
        <p:spPr>
          <a:xfrm rot="-2700000">
            <a:off x="4095847" y="166723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2" name="Google Shape;3122;p48"/>
          <p:cNvSpPr/>
          <p:nvPr/>
        </p:nvSpPr>
        <p:spPr>
          <a:xfrm rot="-2700000">
            <a:off x="4167684" y="166723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3" name="Google Shape;3123;p48"/>
          <p:cNvSpPr/>
          <p:nvPr/>
        </p:nvSpPr>
        <p:spPr>
          <a:xfrm rot="-2700000">
            <a:off x="4199077" y="1564009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4" name="Google Shape;3124;p48"/>
          <p:cNvSpPr/>
          <p:nvPr/>
        </p:nvSpPr>
        <p:spPr>
          <a:xfrm rot="-2700000">
            <a:off x="4396340" y="1713862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5" name="Google Shape;3125;p48"/>
          <p:cNvSpPr/>
          <p:nvPr/>
        </p:nvSpPr>
        <p:spPr>
          <a:xfrm rot="-2700000">
            <a:off x="4439800" y="1635332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6" name="Google Shape;3126;p48"/>
          <p:cNvSpPr/>
          <p:nvPr/>
        </p:nvSpPr>
        <p:spPr>
          <a:xfrm rot="-2700000">
            <a:off x="4358141" y="1520207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7" name="Google Shape;3127;p48"/>
          <p:cNvSpPr/>
          <p:nvPr/>
        </p:nvSpPr>
        <p:spPr>
          <a:xfrm rot="-2700000">
            <a:off x="4588700" y="1654511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8" name="Google Shape;3128;p48"/>
          <p:cNvSpPr/>
          <p:nvPr/>
        </p:nvSpPr>
        <p:spPr>
          <a:xfrm rot="-2700000">
            <a:off x="4573710" y="1769242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9" name="Google Shape;3129;p48"/>
          <p:cNvSpPr/>
          <p:nvPr/>
        </p:nvSpPr>
        <p:spPr>
          <a:xfrm rot="-2700000">
            <a:off x="4681671" y="1843735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0" name="Google Shape;3130;p48"/>
          <p:cNvSpPr/>
          <p:nvPr/>
        </p:nvSpPr>
        <p:spPr>
          <a:xfrm rot="-2700000">
            <a:off x="4711468" y="1943671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1" name="Google Shape;3131;p48"/>
          <p:cNvSpPr/>
          <p:nvPr/>
        </p:nvSpPr>
        <p:spPr>
          <a:xfrm rot="-2700000">
            <a:off x="4248185" y="166723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2" name="Google Shape;3132;p48"/>
          <p:cNvSpPr/>
          <p:nvPr/>
        </p:nvSpPr>
        <p:spPr>
          <a:xfrm rot="-2700000">
            <a:off x="4320021" y="166723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3" name="Google Shape;3133;p48"/>
          <p:cNvSpPr/>
          <p:nvPr/>
        </p:nvSpPr>
        <p:spPr>
          <a:xfrm rot="-2700000">
            <a:off x="4351415" y="1564009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4" name="Google Shape;3134;p48"/>
          <p:cNvSpPr/>
          <p:nvPr/>
        </p:nvSpPr>
        <p:spPr>
          <a:xfrm rot="-2700000">
            <a:off x="4548677" y="1713862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5" name="Google Shape;3135;p48"/>
          <p:cNvSpPr/>
          <p:nvPr/>
        </p:nvSpPr>
        <p:spPr>
          <a:xfrm rot="-2700000">
            <a:off x="4400522" y="166723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6" name="Google Shape;3136;p48"/>
          <p:cNvSpPr/>
          <p:nvPr/>
        </p:nvSpPr>
        <p:spPr>
          <a:xfrm rot="-2700000">
            <a:off x="4472359" y="166723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7" name="Google Shape;3137;p48"/>
          <p:cNvSpPr/>
          <p:nvPr/>
        </p:nvSpPr>
        <p:spPr>
          <a:xfrm>
            <a:off x="3730325" y="184019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8" name="Google Shape;3138;p48"/>
          <p:cNvSpPr/>
          <p:nvPr/>
        </p:nvSpPr>
        <p:spPr>
          <a:xfrm>
            <a:off x="3582950" y="188275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9" name="Google Shape;3139;p48"/>
          <p:cNvSpPr/>
          <p:nvPr/>
        </p:nvSpPr>
        <p:spPr>
          <a:xfrm>
            <a:off x="3690668" y="199047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0" name="Google Shape;3140;p48"/>
          <p:cNvSpPr/>
          <p:nvPr/>
        </p:nvSpPr>
        <p:spPr>
          <a:xfrm>
            <a:off x="4026375" y="295631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1" name="Google Shape;3141;p48"/>
          <p:cNvSpPr/>
          <p:nvPr/>
        </p:nvSpPr>
        <p:spPr>
          <a:xfrm>
            <a:off x="4401675" y="215248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2" name="Google Shape;3142;p48"/>
          <p:cNvSpPr/>
          <p:nvPr/>
        </p:nvSpPr>
        <p:spPr>
          <a:xfrm>
            <a:off x="4401675" y="205843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3" name="Google Shape;3143;p48"/>
          <p:cNvSpPr/>
          <p:nvPr/>
        </p:nvSpPr>
        <p:spPr>
          <a:xfrm>
            <a:off x="4489468" y="207804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4" name="Google Shape;3144;p48"/>
          <p:cNvSpPr/>
          <p:nvPr/>
        </p:nvSpPr>
        <p:spPr>
          <a:xfrm>
            <a:off x="4316081" y="19981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5" name="Google Shape;3145;p48"/>
          <p:cNvSpPr/>
          <p:nvPr/>
        </p:nvSpPr>
        <p:spPr>
          <a:xfrm>
            <a:off x="4376743" y="189385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6" name="Google Shape;3146;p48"/>
          <p:cNvSpPr/>
          <p:nvPr/>
        </p:nvSpPr>
        <p:spPr>
          <a:xfrm>
            <a:off x="4451271" y="196438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7" name="Google Shape;3147;p48"/>
          <p:cNvSpPr/>
          <p:nvPr/>
        </p:nvSpPr>
        <p:spPr>
          <a:xfrm>
            <a:off x="4539065" y="189448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8" name="Google Shape;3148;p48"/>
          <p:cNvSpPr/>
          <p:nvPr/>
        </p:nvSpPr>
        <p:spPr>
          <a:xfrm>
            <a:off x="4282477" y="214135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9" name="Google Shape;3149;p48"/>
          <p:cNvSpPr/>
          <p:nvPr/>
        </p:nvSpPr>
        <p:spPr>
          <a:xfrm>
            <a:off x="4306142" y="200221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0" name="Google Shape;3150;p48"/>
          <p:cNvSpPr/>
          <p:nvPr/>
        </p:nvSpPr>
        <p:spPr>
          <a:xfrm>
            <a:off x="4509394" y="216615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1" name="Google Shape;3151;p48"/>
          <p:cNvSpPr/>
          <p:nvPr/>
        </p:nvSpPr>
        <p:spPr>
          <a:xfrm>
            <a:off x="4423800" y="210582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2" name="Google Shape;3152;p48"/>
          <p:cNvSpPr/>
          <p:nvPr/>
        </p:nvSpPr>
        <p:spPr>
          <a:xfrm>
            <a:off x="4484462" y="200157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3" name="Google Shape;3153;p48"/>
          <p:cNvSpPr/>
          <p:nvPr/>
        </p:nvSpPr>
        <p:spPr>
          <a:xfrm>
            <a:off x="4558990" y="207210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4" name="Google Shape;3154;p48"/>
          <p:cNvSpPr/>
          <p:nvPr/>
        </p:nvSpPr>
        <p:spPr>
          <a:xfrm>
            <a:off x="4413860" y="210992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5" name="Google Shape;3155;p48"/>
          <p:cNvSpPr/>
          <p:nvPr/>
        </p:nvSpPr>
        <p:spPr>
          <a:xfrm>
            <a:off x="4813360" y="20511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6" name="Google Shape;3156;p48"/>
          <p:cNvSpPr/>
          <p:nvPr/>
        </p:nvSpPr>
        <p:spPr>
          <a:xfrm>
            <a:off x="4813360" y="195705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7" name="Google Shape;3157;p48"/>
          <p:cNvSpPr/>
          <p:nvPr/>
        </p:nvSpPr>
        <p:spPr>
          <a:xfrm>
            <a:off x="4901153" y="197666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8" name="Google Shape;3158;p48"/>
          <p:cNvSpPr/>
          <p:nvPr/>
        </p:nvSpPr>
        <p:spPr>
          <a:xfrm>
            <a:off x="4727766" y="189672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9" name="Google Shape;3159;p48"/>
          <p:cNvSpPr/>
          <p:nvPr/>
        </p:nvSpPr>
        <p:spPr>
          <a:xfrm>
            <a:off x="4788428" y="179247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0" name="Google Shape;3160;p48"/>
          <p:cNvSpPr/>
          <p:nvPr/>
        </p:nvSpPr>
        <p:spPr>
          <a:xfrm>
            <a:off x="4862956" y="186300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1" name="Google Shape;3161;p48"/>
          <p:cNvSpPr/>
          <p:nvPr/>
        </p:nvSpPr>
        <p:spPr>
          <a:xfrm>
            <a:off x="4950750" y="17931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2" name="Google Shape;3162;p48"/>
          <p:cNvSpPr/>
          <p:nvPr/>
        </p:nvSpPr>
        <p:spPr>
          <a:xfrm>
            <a:off x="4694162" y="203997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3" name="Google Shape;3163;p48"/>
          <p:cNvSpPr/>
          <p:nvPr/>
        </p:nvSpPr>
        <p:spPr>
          <a:xfrm>
            <a:off x="4717827" y="190082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4" name="Google Shape;3164;p48"/>
          <p:cNvSpPr/>
          <p:nvPr/>
        </p:nvSpPr>
        <p:spPr>
          <a:xfrm>
            <a:off x="4921078" y="206477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5" name="Google Shape;3165;p48"/>
          <p:cNvSpPr/>
          <p:nvPr/>
        </p:nvSpPr>
        <p:spPr>
          <a:xfrm>
            <a:off x="4835485" y="200444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6" name="Google Shape;3166;p48"/>
          <p:cNvSpPr/>
          <p:nvPr/>
        </p:nvSpPr>
        <p:spPr>
          <a:xfrm>
            <a:off x="4896147" y="190019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7" name="Google Shape;3167;p48"/>
          <p:cNvSpPr/>
          <p:nvPr/>
        </p:nvSpPr>
        <p:spPr>
          <a:xfrm>
            <a:off x="4970675" y="197071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8" name="Google Shape;3168;p48"/>
          <p:cNvSpPr/>
          <p:nvPr/>
        </p:nvSpPr>
        <p:spPr>
          <a:xfrm>
            <a:off x="4825545" y="200854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9" name="Google Shape;3169;p48"/>
          <p:cNvSpPr/>
          <p:nvPr/>
        </p:nvSpPr>
        <p:spPr>
          <a:xfrm>
            <a:off x="3349917" y="171387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0" name="Google Shape;3170;p48"/>
          <p:cNvSpPr/>
          <p:nvPr/>
        </p:nvSpPr>
        <p:spPr>
          <a:xfrm>
            <a:off x="3360431" y="190934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1" name="Google Shape;3171;p48"/>
          <p:cNvSpPr/>
          <p:nvPr/>
        </p:nvSpPr>
        <p:spPr>
          <a:xfrm>
            <a:off x="4060956" y="288008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72" name="Google Shape;317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9250" y="1138963"/>
            <a:ext cx="2063126" cy="2002874"/>
          </a:xfrm>
          <a:prstGeom prst="rect">
            <a:avLst/>
          </a:prstGeom>
          <a:noFill/>
          <a:ln>
            <a:noFill/>
          </a:ln>
        </p:spPr>
      </p:pic>
      <p:sp>
        <p:nvSpPr>
          <p:cNvPr id="3173" name="Google Shape;3173;p48"/>
          <p:cNvSpPr/>
          <p:nvPr/>
        </p:nvSpPr>
        <p:spPr>
          <a:xfrm>
            <a:off x="6815205" y="160076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4" name="Google Shape;3174;p48"/>
          <p:cNvSpPr/>
          <p:nvPr/>
        </p:nvSpPr>
        <p:spPr>
          <a:xfrm>
            <a:off x="6866002" y="165156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5" name="Google Shape;3175;p48"/>
          <p:cNvSpPr/>
          <p:nvPr/>
        </p:nvSpPr>
        <p:spPr>
          <a:xfrm>
            <a:off x="6961195" y="160076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6" name="Google Shape;3176;p48"/>
          <p:cNvSpPr/>
          <p:nvPr/>
        </p:nvSpPr>
        <p:spPr>
          <a:xfrm>
            <a:off x="6994717" y="184621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7" name="Google Shape;3177;p48"/>
          <p:cNvSpPr/>
          <p:nvPr/>
        </p:nvSpPr>
        <p:spPr>
          <a:xfrm>
            <a:off x="7080978" y="182141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8" name="Google Shape;3178;p48"/>
          <p:cNvSpPr/>
          <p:nvPr/>
        </p:nvSpPr>
        <p:spPr>
          <a:xfrm>
            <a:off x="7104642" y="168226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9" name="Google Shape;3179;p48"/>
          <p:cNvSpPr/>
          <p:nvPr/>
        </p:nvSpPr>
        <p:spPr>
          <a:xfrm>
            <a:off x="7172704" y="194026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0" name="Google Shape;3180;p48"/>
          <p:cNvSpPr/>
          <p:nvPr/>
        </p:nvSpPr>
        <p:spPr>
          <a:xfrm>
            <a:off x="7080978" y="201079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1" name="Google Shape;3181;p48"/>
          <p:cNvSpPr/>
          <p:nvPr/>
        </p:nvSpPr>
        <p:spPr>
          <a:xfrm>
            <a:off x="7104642" y="213980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2" name="Google Shape;3182;p48"/>
          <p:cNvSpPr/>
          <p:nvPr/>
        </p:nvSpPr>
        <p:spPr>
          <a:xfrm>
            <a:off x="6275202" y="174329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3" name="Google Shape;3183;p48"/>
          <p:cNvSpPr/>
          <p:nvPr/>
        </p:nvSpPr>
        <p:spPr>
          <a:xfrm>
            <a:off x="7055046" y="223154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4" name="Google Shape;3184;p48"/>
          <p:cNvSpPr/>
          <p:nvPr/>
        </p:nvSpPr>
        <p:spPr>
          <a:xfrm>
            <a:off x="5836848" y="178723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5" name="Google Shape;3185;p48"/>
          <p:cNvSpPr/>
          <p:nvPr/>
        </p:nvSpPr>
        <p:spPr>
          <a:xfrm>
            <a:off x="5872846" y="171670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6" name="Google Shape;3186;p48"/>
          <p:cNvSpPr/>
          <p:nvPr/>
        </p:nvSpPr>
        <p:spPr>
          <a:xfrm>
            <a:off x="5872846" y="162265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7" name="Google Shape;3187;p48"/>
          <p:cNvSpPr/>
          <p:nvPr/>
        </p:nvSpPr>
        <p:spPr>
          <a:xfrm>
            <a:off x="5960639" y="164226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8" name="Google Shape;3188;p48"/>
          <p:cNvSpPr/>
          <p:nvPr/>
        </p:nvSpPr>
        <p:spPr>
          <a:xfrm>
            <a:off x="5787252" y="156232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9" name="Google Shape;3189;p48"/>
          <p:cNvSpPr/>
          <p:nvPr/>
        </p:nvSpPr>
        <p:spPr>
          <a:xfrm>
            <a:off x="5847914" y="145807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0" name="Google Shape;3190;p48"/>
          <p:cNvSpPr/>
          <p:nvPr/>
        </p:nvSpPr>
        <p:spPr>
          <a:xfrm>
            <a:off x="5922442" y="152860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1" name="Google Shape;3191;p48"/>
          <p:cNvSpPr/>
          <p:nvPr/>
        </p:nvSpPr>
        <p:spPr>
          <a:xfrm>
            <a:off x="6010236" y="145870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2" name="Google Shape;3192;p48"/>
          <p:cNvSpPr/>
          <p:nvPr/>
        </p:nvSpPr>
        <p:spPr>
          <a:xfrm>
            <a:off x="6073364" y="152860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3" name="Google Shape;3193;p48"/>
          <p:cNvSpPr/>
          <p:nvPr/>
        </p:nvSpPr>
        <p:spPr>
          <a:xfrm>
            <a:off x="6922924" y="170848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4" name="Google Shape;3194;p48"/>
          <p:cNvSpPr/>
          <p:nvPr/>
        </p:nvSpPr>
        <p:spPr>
          <a:xfrm>
            <a:off x="6973720" y="175928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5" name="Google Shape;3195;p48"/>
          <p:cNvSpPr/>
          <p:nvPr/>
        </p:nvSpPr>
        <p:spPr>
          <a:xfrm>
            <a:off x="7068913" y="170848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6" name="Google Shape;3196;p48"/>
          <p:cNvSpPr/>
          <p:nvPr/>
        </p:nvSpPr>
        <p:spPr>
          <a:xfrm>
            <a:off x="7102436" y="195393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7" name="Google Shape;3197;p48"/>
          <p:cNvSpPr/>
          <p:nvPr/>
        </p:nvSpPr>
        <p:spPr>
          <a:xfrm>
            <a:off x="5753648" y="170557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8" name="Google Shape;3198;p48"/>
          <p:cNvSpPr/>
          <p:nvPr/>
        </p:nvSpPr>
        <p:spPr>
          <a:xfrm>
            <a:off x="5777313" y="156643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9" name="Google Shape;3199;p48"/>
          <p:cNvSpPr/>
          <p:nvPr/>
        </p:nvSpPr>
        <p:spPr>
          <a:xfrm>
            <a:off x="6241598" y="17871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0" name="Google Shape;3200;p48"/>
          <p:cNvSpPr/>
          <p:nvPr/>
        </p:nvSpPr>
        <p:spPr>
          <a:xfrm>
            <a:off x="6265263" y="191615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1" name="Google Shape;3201;p48"/>
          <p:cNvSpPr/>
          <p:nvPr/>
        </p:nvSpPr>
        <p:spPr>
          <a:xfrm>
            <a:off x="6382921" y="185101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2" name="Google Shape;3202;p48"/>
          <p:cNvSpPr/>
          <p:nvPr/>
        </p:nvSpPr>
        <p:spPr>
          <a:xfrm>
            <a:off x="6215667" y="200788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3" name="Google Shape;3203;p48"/>
          <p:cNvSpPr/>
          <p:nvPr/>
        </p:nvSpPr>
        <p:spPr>
          <a:xfrm>
            <a:off x="6432518" y="17871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4" name="Google Shape;3204;p48"/>
          <p:cNvSpPr/>
          <p:nvPr/>
        </p:nvSpPr>
        <p:spPr>
          <a:xfrm>
            <a:off x="5980565" y="182442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5" name="Google Shape;3205;p48"/>
          <p:cNvSpPr/>
          <p:nvPr/>
        </p:nvSpPr>
        <p:spPr>
          <a:xfrm>
            <a:off x="5980565" y="173037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6" name="Google Shape;3206;p48"/>
          <p:cNvSpPr/>
          <p:nvPr/>
        </p:nvSpPr>
        <p:spPr>
          <a:xfrm>
            <a:off x="6068358" y="174998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7" name="Google Shape;3207;p48"/>
          <p:cNvSpPr/>
          <p:nvPr/>
        </p:nvSpPr>
        <p:spPr>
          <a:xfrm>
            <a:off x="5894971" y="167004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8" name="Google Shape;3208;p48"/>
          <p:cNvSpPr/>
          <p:nvPr/>
        </p:nvSpPr>
        <p:spPr>
          <a:xfrm>
            <a:off x="5955633" y="156579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9" name="Google Shape;3209;p48"/>
          <p:cNvSpPr/>
          <p:nvPr/>
        </p:nvSpPr>
        <p:spPr>
          <a:xfrm>
            <a:off x="6030161" y="163632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0" name="Google Shape;3210;p48"/>
          <p:cNvSpPr/>
          <p:nvPr/>
        </p:nvSpPr>
        <p:spPr>
          <a:xfrm>
            <a:off x="6117955" y="156642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1" name="Google Shape;3211;p48"/>
          <p:cNvSpPr/>
          <p:nvPr/>
        </p:nvSpPr>
        <p:spPr>
          <a:xfrm>
            <a:off x="6181083" y="163632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2" name="Google Shape;3212;p48"/>
          <p:cNvSpPr/>
          <p:nvPr/>
        </p:nvSpPr>
        <p:spPr>
          <a:xfrm>
            <a:off x="7030643" y="181620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3" name="Google Shape;3213;p48"/>
          <p:cNvSpPr/>
          <p:nvPr/>
        </p:nvSpPr>
        <p:spPr>
          <a:xfrm>
            <a:off x="7081439" y="186699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4" name="Google Shape;3214;p48"/>
          <p:cNvSpPr/>
          <p:nvPr/>
        </p:nvSpPr>
        <p:spPr>
          <a:xfrm>
            <a:off x="5741584" y="159264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5" name="Google Shape;3215;p48"/>
          <p:cNvSpPr/>
          <p:nvPr/>
        </p:nvSpPr>
        <p:spPr>
          <a:xfrm>
            <a:off x="6263057" y="173027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6" name="Google Shape;3216;p48"/>
          <p:cNvSpPr/>
          <p:nvPr/>
        </p:nvSpPr>
        <p:spPr>
          <a:xfrm>
            <a:off x="5861367" y="181329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7" name="Google Shape;3217;p48"/>
          <p:cNvSpPr/>
          <p:nvPr/>
        </p:nvSpPr>
        <p:spPr>
          <a:xfrm>
            <a:off x="5885032" y="167414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8" name="Google Shape;3218;p48"/>
          <p:cNvSpPr/>
          <p:nvPr/>
        </p:nvSpPr>
        <p:spPr>
          <a:xfrm>
            <a:off x="6441044" y="182433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9" name="Google Shape;3219;p48"/>
          <p:cNvSpPr/>
          <p:nvPr/>
        </p:nvSpPr>
        <p:spPr>
          <a:xfrm>
            <a:off x="6349317" y="189485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0" name="Google Shape;3220;p48"/>
          <p:cNvSpPr/>
          <p:nvPr/>
        </p:nvSpPr>
        <p:spPr>
          <a:xfrm>
            <a:off x="6372982" y="202387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1" name="Google Shape;3221;p48"/>
          <p:cNvSpPr/>
          <p:nvPr/>
        </p:nvSpPr>
        <p:spPr>
          <a:xfrm>
            <a:off x="6490640" y="195873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2" name="Google Shape;3222;p48"/>
          <p:cNvSpPr/>
          <p:nvPr/>
        </p:nvSpPr>
        <p:spPr>
          <a:xfrm>
            <a:off x="6323386" y="21156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3" name="Google Shape;3223;p48"/>
          <p:cNvSpPr/>
          <p:nvPr/>
        </p:nvSpPr>
        <p:spPr>
          <a:xfrm>
            <a:off x="6540236" y="189485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4" name="Google Shape;3224;p48"/>
          <p:cNvSpPr/>
          <p:nvPr/>
        </p:nvSpPr>
        <p:spPr>
          <a:xfrm>
            <a:off x="6576234" y="182433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5" name="Google Shape;3225;p48"/>
          <p:cNvSpPr/>
          <p:nvPr/>
        </p:nvSpPr>
        <p:spPr>
          <a:xfrm>
            <a:off x="6576234" y="173027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6" name="Google Shape;3226;p48"/>
          <p:cNvSpPr/>
          <p:nvPr/>
        </p:nvSpPr>
        <p:spPr>
          <a:xfrm>
            <a:off x="6664027" y="174989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7" name="Google Shape;3227;p48"/>
          <p:cNvSpPr/>
          <p:nvPr/>
        </p:nvSpPr>
        <p:spPr>
          <a:xfrm>
            <a:off x="6002690" y="177776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8" name="Google Shape;3228;p48"/>
          <p:cNvSpPr/>
          <p:nvPr/>
        </p:nvSpPr>
        <p:spPr>
          <a:xfrm>
            <a:off x="6063352" y="167351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9" name="Google Shape;3229;p48"/>
          <p:cNvSpPr/>
          <p:nvPr/>
        </p:nvSpPr>
        <p:spPr>
          <a:xfrm>
            <a:off x="6137880" y="17440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0" name="Google Shape;3230;p48"/>
          <p:cNvSpPr/>
          <p:nvPr/>
        </p:nvSpPr>
        <p:spPr>
          <a:xfrm>
            <a:off x="6225673" y="167414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1" name="Google Shape;3231;p48"/>
          <p:cNvSpPr/>
          <p:nvPr/>
        </p:nvSpPr>
        <p:spPr>
          <a:xfrm>
            <a:off x="6288802" y="17440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2" name="Google Shape;3232;p48"/>
          <p:cNvSpPr/>
          <p:nvPr/>
        </p:nvSpPr>
        <p:spPr>
          <a:xfrm>
            <a:off x="6200010" y="214137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3" name="Google Shape;3233;p48"/>
          <p:cNvSpPr/>
          <p:nvPr/>
        </p:nvSpPr>
        <p:spPr>
          <a:xfrm>
            <a:off x="6250807" y="219216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4" name="Google Shape;3234;p48"/>
          <p:cNvSpPr/>
          <p:nvPr/>
        </p:nvSpPr>
        <p:spPr>
          <a:xfrm>
            <a:off x="6346000" y="214137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5" name="Google Shape;3235;p48"/>
          <p:cNvSpPr/>
          <p:nvPr/>
        </p:nvSpPr>
        <p:spPr>
          <a:xfrm>
            <a:off x="6379522" y="238681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6" name="Google Shape;3236;p48"/>
          <p:cNvSpPr/>
          <p:nvPr/>
        </p:nvSpPr>
        <p:spPr>
          <a:xfrm>
            <a:off x="6465783" y="236202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7" name="Google Shape;3237;p48"/>
          <p:cNvSpPr/>
          <p:nvPr/>
        </p:nvSpPr>
        <p:spPr>
          <a:xfrm>
            <a:off x="6489448" y="222287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8" name="Google Shape;3238;p48"/>
          <p:cNvSpPr/>
          <p:nvPr/>
        </p:nvSpPr>
        <p:spPr>
          <a:xfrm>
            <a:off x="6557509" y="248086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9" name="Google Shape;3239;p48"/>
          <p:cNvSpPr/>
          <p:nvPr/>
        </p:nvSpPr>
        <p:spPr>
          <a:xfrm>
            <a:off x="6465783" y="255139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0" name="Google Shape;3240;p48"/>
          <p:cNvSpPr/>
          <p:nvPr/>
        </p:nvSpPr>
        <p:spPr>
          <a:xfrm>
            <a:off x="6489448" y="268041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1" name="Google Shape;3241;p48"/>
          <p:cNvSpPr/>
          <p:nvPr/>
        </p:nvSpPr>
        <p:spPr>
          <a:xfrm>
            <a:off x="6607106" y="261527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2" name="Google Shape;3242;p48"/>
          <p:cNvSpPr/>
          <p:nvPr/>
        </p:nvSpPr>
        <p:spPr>
          <a:xfrm>
            <a:off x="6439851" y="277214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3" name="Google Shape;3243;p48"/>
          <p:cNvSpPr/>
          <p:nvPr/>
        </p:nvSpPr>
        <p:spPr>
          <a:xfrm>
            <a:off x="6656702" y="255139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4" name="Google Shape;3244;p48"/>
          <p:cNvSpPr/>
          <p:nvPr/>
        </p:nvSpPr>
        <p:spPr>
          <a:xfrm>
            <a:off x="6692699" y="248086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5" name="Google Shape;3245;p48"/>
          <p:cNvSpPr/>
          <p:nvPr/>
        </p:nvSpPr>
        <p:spPr>
          <a:xfrm>
            <a:off x="6692699" y="238681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6" name="Google Shape;3246;p48"/>
          <p:cNvSpPr/>
          <p:nvPr/>
        </p:nvSpPr>
        <p:spPr>
          <a:xfrm>
            <a:off x="6780493" y="240643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7" name="Google Shape;3247;p48"/>
          <p:cNvSpPr/>
          <p:nvPr/>
        </p:nvSpPr>
        <p:spPr>
          <a:xfrm>
            <a:off x="6607106" y="232648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8" name="Google Shape;3248;p48"/>
          <p:cNvSpPr/>
          <p:nvPr/>
        </p:nvSpPr>
        <p:spPr>
          <a:xfrm>
            <a:off x="6667768" y="222223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9" name="Google Shape;3249;p48"/>
          <p:cNvSpPr/>
          <p:nvPr/>
        </p:nvSpPr>
        <p:spPr>
          <a:xfrm>
            <a:off x="6742296" y="229276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0" name="Google Shape;3250;p48"/>
          <p:cNvSpPr/>
          <p:nvPr/>
        </p:nvSpPr>
        <p:spPr>
          <a:xfrm>
            <a:off x="6830089" y="222287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1" name="Google Shape;3251;p48"/>
          <p:cNvSpPr/>
          <p:nvPr/>
        </p:nvSpPr>
        <p:spPr>
          <a:xfrm>
            <a:off x="6893218" y="229276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2" name="Google Shape;3252;p48"/>
          <p:cNvSpPr/>
          <p:nvPr/>
        </p:nvSpPr>
        <p:spPr>
          <a:xfrm rot="-2700000">
            <a:off x="6358272" y="160891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3" name="Google Shape;3253;p48"/>
          <p:cNvSpPr/>
          <p:nvPr/>
        </p:nvSpPr>
        <p:spPr>
          <a:xfrm rot="-2700000">
            <a:off x="6430109" y="160891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4" name="Google Shape;3254;p48"/>
          <p:cNvSpPr/>
          <p:nvPr/>
        </p:nvSpPr>
        <p:spPr>
          <a:xfrm rot="-2700000">
            <a:off x="6461502" y="1505684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5" name="Google Shape;3255;p48"/>
          <p:cNvSpPr/>
          <p:nvPr/>
        </p:nvSpPr>
        <p:spPr>
          <a:xfrm rot="-2700000">
            <a:off x="6658765" y="1655537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6" name="Google Shape;3256;p48"/>
          <p:cNvSpPr/>
          <p:nvPr/>
        </p:nvSpPr>
        <p:spPr>
          <a:xfrm rot="-2700000">
            <a:off x="6702225" y="1577007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7" name="Google Shape;3257;p48"/>
          <p:cNvSpPr/>
          <p:nvPr/>
        </p:nvSpPr>
        <p:spPr>
          <a:xfrm rot="-2700000">
            <a:off x="6620566" y="1461882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8" name="Google Shape;3258;p48"/>
          <p:cNvSpPr/>
          <p:nvPr/>
        </p:nvSpPr>
        <p:spPr>
          <a:xfrm rot="-2700000">
            <a:off x="6851125" y="1596186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9" name="Google Shape;3259;p48"/>
          <p:cNvSpPr/>
          <p:nvPr/>
        </p:nvSpPr>
        <p:spPr>
          <a:xfrm rot="-2700000">
            <a:off x="6836135" y="1710917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0" name="Google Shape;3260;p48"/>
          <p:cNvSpPr/>
          <p:nvPr/>
        </p:nvSpPr>
        <p:spPr>
          <a:xfrm rot="-2700000">
            <a:off x="6944096" y="1785410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1" name="Google Shape;3261;p48"/>
          <p:cNvSpPr/>
          <p:nvPr/>
        </p:nvSpPr>
        <p:spPr>
          <a:xfrm rot="-2700000">
            <a:off x="6973893" y="1885346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2" name="Google Shape;3262;p48"/>
          <p:cNvSpPr/>
          <p:nvPr/>
        </p:nvSpPr>
        <p:spPr>
          <a:xfrm rot="-2700000">
            <a:off x="6510610" y="160891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3" name="Google Shape;3263;p48"/>
          <p:cNvSpPr/>
          <p:nvPr/>
        </p:nvSpPr>
        <p:spPr>
          <a:xfrm rot="-2700000">
            <a:off x="6582446" y="160891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4" name="Google Shape;3264;p48"/>
          <p:cNvSpPr/>
          <p:nvPr/>
        </p:nvSpPr>
        <p:spPr>
          <a:xfrm rot="-2700000">
            <a:off x="6613840" y="1505684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5" name="Google Shape;3265;p48"/>
          <p:cNvSpPr/>
          <p:nvPr/>
        </p:nvSpPr>
        <p:spPr>
          <a:xfrm rot="-2700000">
            <a:off x="6811102" y="1655537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6" name="Google Shape;3266;p48"/>
          <p:cNvSpPr/>
          <p:nvPr/>
        </p:nvSpPr>
        <p:spPr>
          <a:xfrm rot="-2700000">
            <a:off x="6662947" y="160891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7" name="Google Shape;3267;p48"/>
          <p:cNvSpPr/>
          <p:nvPr/>
        </p:nvSpPr>
        <p:spPr>
          <a:xfrm rot="-2700000">
            <a:off x="6734784" y="160891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8" name="Google Shape;3268;p48"/>
          <p:cNvSpPr/>
          <p:nvPr/>
        </p:nvSpPr>
        <p:spPr>
          <a:xfrm>
            <a:off x="5992750" y="178186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9" name="Google Shape;3269;p48"/>
          <p:cNvSpPr/>
          <p:nvPr/>
        </p:nvSpPr>
        <p:spPr>
          <a:xfrm>
            <a:off x="5845375" y="182442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0" name="Google Shape;3270;p48"/>
          <p:cNvSpPr/>
          <p:nvPr/>
        </p:nvSpPr>
        <p:spPr>
          <a:xfrm>
            <a:off x="5953093" y="193214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1" name="Google Shape;3271;p48"/>
          <p:cNvSpPr/>
          <p:nvPr/>
        </p:nvSpPr>
        <p:spPr>
          <a:xfrm>
            <a:off x="6288800" y="289798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2" name="Google Shape;3272;p48"/>
          <p:cNvSpPr/>
          <p:nvPr/>
        </p:nvSpPr>
        <p:spPr>
          <a:xfrm>
            <a:off x="6664100" y="209416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3" name="Google Shape;3273;p48"/>
          <p:cNvSpPr/>
          <p:nvPr/>
        </p:nvSpPr>
        <p:spPr>
          <a:xfrm>
            <a:off x="6664100" y="200011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4" name="Google Shape;3274;p48"/>
          <p:cNvSpPr/>
          <p:nvPr/>
        </p:nvSpPr>
        <p:spPr>
          <a:xfrm>
            <a:off x="6751893" y="201972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5" name="Google Shape;3275;p48"/>
          <p:cNvSpPr/>
          <p:nvPr/>
        </p:nvSpPr>
        <p:spPr>
          <a:xfrm>
            <a:off x="6578506" y="193978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6" name="Google Shape;3276;p48"/>
          <p:cNvSpPr/>
          <p:nvPr/>
        </p:nvSpPr>
        <p:spPr>
          <a:xfrm>
            <a:off x="6639168" y="183553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7" name="Google Shape;3277;p48"/>
          <p:cNvSpPr/>
          <p:nvPr/>
        </p:nvSpPr>
        <p:spPr>
          <a:xfrm>
            <a:off x="6713696" y="190605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8" name="Google Shape;3278;p48"/>
          <p:cNvSpPr/>
          <p:nvPr/>
        </p:nvSpPr>
        <p:spPr>
          <a:xfrm>
            <a:off x="6801490" y="183616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9" name="Google Shape;3279;p48"/>
          <p:cNvSpPr/>
          <p:nvPr/>
        </p:nvSpPr>
        <p:spPr>
          <a:xfrm>
            <a:off x="6544902" y="208303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0" name="Google Shape;3280;p48"/>
          <p:cNvSpPr/>
          <p:nvPr/>
        </p:nvSpPr>
        <p:spPr>
          <a:xfrm>
            <a:off x="6568567" y="194388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1" name="Google Shape;3281;p48"/>
          <p:cNvSpPr/>
          <p:nvPr/>
        </p:nvSpPr>
        <p:spPr>
          <a:xfrm>
            <a:off x="6771819" y="210783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2" name="Google Shape;3282;p48"/>
          <p:cNvSpPr/>
          <p:nvPr/>
        </p:nvSpPr>
        <p:spPr>
          <a:xfrm>
            <a:off x="6686225" y="204749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3" name="Google Shape;3283;p48"/>
          <p:cNvSpPr/>
          <p:nvPr/>
        </p:nvSpPr>
        <p:spPr>
          <a:xfrm>
            <a:off x="6746887" y="194324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4" name="Google Shape;3284;p48"/>
          <p:cNvSpPr/>
          <p:nvPr/>
        </p:nvSpPr>
        <p:spPr>
          <a:xfrm>
            <a:off x="6821415" y="201377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5" name="Google Shape;3285;p48"/>
          <p:cNvSpPr/>
          <p:nvPr/>
        </p:nvSpPr>
        <p:spPr>
          <a:xfrm>
            <a:off x="6676285" y="205160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6" name="Google Shape;3286;p48"/>
          <p:cNvSpPr/>
          <p:nvPr/>
        </p:nvSpPr>
        <p:spPr>
          <a:xfrm>
            <a:off x="7075785" y="199278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7" name="Google Shape;3287;p48"/>
          <p:cNvSpPr/>
          <p:nvPr/>
        </p:nvSpPr>
        <p:spPr>
          <a:xfrm>
            <a:off x="7075785" y="189873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8" name="Google Shape;3288;p48"/>
          <p:cNvSpPr/>
          <p:nvPr/>
        </p:nvSpPr>
        <p:spPr>
          <a:xfrm>
            <a:off x="7163578" y="191834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9" name="Google Shape;3289;p48"/>
          <p:cNvSpPr/>
          <p:nvPr/>
        </p:nvSpPr>
        <p:spPr>
          <a:xfrm>
            <a:off x="6990191" y="183839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0" name="Google Shape;3290;p48"/>
          <p:cNvSpPr/>
          <p:nvPr/>
        </p:nvSpPr>
        <p:spPr>
          <a:xfrm>
            <a:off x="7050853" y="173414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1" name="Google Shape;3291;p48"/>
          <p:cNvSpPr/>
          <p:nvPr/>
        </p:nvSpPr>
        <p:spPr>
          <a:xfrm>
            <a:off x="7125381" y="180467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2" name="Google Shape;3292;p48"/>
          <p:cNvSpPr/>
          <p:nvPr/>
        </p:nvSpPr>
        <p:spPr>
          <a:xfrm>
            <a:off x="7213175" y="173478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3" name="Google Shape;3293;p48"/>
          <p:cNvSpPr/>
          <p:nvPr/>
        </p:nvSpPr>
        <p:spPr>
          <a:xfrm>
            <a:off x="6956587" y="198165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4" name="Google Shape;3294;p48"/>
          <p:cNvSpPr/>
          <p:nvPr/>
        </p:nvSpPr>
        <p:spPr>
          <a:xfrm>
            <a:off x="6980252" y="184250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5" name="Google Shape;3295;p48"/>
          <p:cNvSpPr/>
          <p:nvPr/>
        </p:nvSpPr>
        <p:spPr>
          <a:xfrm>
            <a:off x="7183503" y="200644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6" name="Google Shape;3296;p48"/>
          <p:cNvSpPr/>
          <p:nvPr/>
        </p:nvSpPr>
        <p:spPr>
          <a:xfrm>
            <a:off x="7097910" y="194611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7" name="Google Shape;3297;p48"/>
          <p:cNvSpPr/>
          <p:nvPr/>
        </p:nvSpPr>
        <p:spPr>
          <a:xfrm>
            <a:off x="7158572" y="184186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8" name="Google Shape;3298;p48"/>
          <p:cNvSpPr/>
          <p:nvPr/>
        </p:nvSpPr>
        <p:spPr>
          <a:xfrm>
            <a:off x="7233100" y="191239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9" name="Google Shape;3299;p48"/>
          <p:cNvSpPr/>
          <p:nvPr/>
        </p:nvSpPr>
        <p:spPr>
          <a:xfrm>
            <a:off x="7087970" y="195022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0" name="Google Shape;3300;p48"/>
          <p:cNvSpPr/>
          <p:nvPr/>
        </p:nvSpPr>
        <p:spPr>
          <a:xfrm>
            <a:off x="5612342" y="165555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1" name="Google Shape;3301;p48"/>
          <p:cNvSpPr/>
          <p:nvPr/>
        </p:nvSpPr>
        <p:spPr>
          <a:xfrm>
            <a:off x="5622856" y="185102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2" name="Google Shape;3302;p48"/>
          <p:cNvSpPr/>
          <p:nvPr/>
        </p:nvSpPr>
        <p:spPr>
          <a:xfrm>
            <a:off x="6323381" y="282175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03" name="Google Shape;330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1675" y="1129138"/>
            <a:ext cx="2063126" cy="2002874"/>
          </a:xfrm>
          <a:prstGeom prst="rect">
            <a:avLst/>
          </a:prstGeom>
          <a:noFill/>
          <a:ln>
            <a:noFill/>
          </a:ln>
        </p:spPr>
      </p:pic>
      <p:sp>
        <p:nvSpPr>
          <p:cNvPr id="3304" name="Google Shape;3304;p48"/>
          <p:cNvSpPr/>
          <p:nvPr/>
        </p:nvSpPr>
        <p:spPr>
          <a:xfrm>
            <a:off x="9077630" y="159094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5" name="Google Shape;3305;p48"/>
          <p:cNvSpPr/>
          <p:nvPr/>
        </p:nvSpPr>
        <p:spPr>
          <a:xfrm>
            <a:off x="9128427" y="164173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6" name="Google Shape;3306;p48"/>
          <p:cNvSpPr/>
          <p:nvPr/>
        </p:nvSpPr>
        <p:spPr>
          <a:xfrm>
            <a:off x="9223620" y="159094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7" name="Google Shape;3307;p48"/>
          <p:cNvSpPr/>
          <p:nvPr/>
        </p:nvSpPr>
        <p:spPr>
          <a:xfrm>
            <a:off x="9257142" y="183638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8" name="Google Shape;3308;p48"/>
          <p:cNvSpPr/>
          <p:nvPr/>
        </p:nvSpPr>
        <p:spPr>
          <a:xfrm>
            <a:off x="9343403" y="181159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9" name="Google Shape;3309;p48"/>
          <p:cNvSpPr/>
          <p:nvPr/>
        </p:nvSpPr>
        <p:spPr>
          <a:xfrm>
            <a:off x="9367067" y="167244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0" name="Google Shape;3310;p48"/>
          <p:cNvSpPr/>
          <p:nvPr/>
        </p:nvSpPr>
        <p:spPr>
          <a:xfrm>
            <a:off x="9435129" y="19304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1" name="Google Shape;3311;p48"/>
          <p:cNvSpPr/>
          <p:nvPr/>
        </p:nvSpPr>
        <p:spPr>
          <a:xfrm>
            <a:off x="9343403" y="200096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2" name="Google Shape;3312;p48"/>
          <p:cNvSpPr/>
          <p:nvPr/>
        </p:nvSpPr>
        <p:spPr>
          <a:xfrm>
            <a:off x="9367067" y="212998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3" name="Google Shape;3313;p48"/>
          <p:cNvSpPr/>
          <p:nvPr/>
        </p:nvSpPr>
        <p:spPr>
          <a:xfrm>
            <a:off x="8537627" y="173347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4" name="Google Shape;3314;p48"/>
          <p:cNvSpPr/>
          <p:nvPr/>
        </p:nvSpPr>
        <p:spPr>
          <a:xfrm>
            <a:off x="9317471" y="222171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5" name="Google Shape;3315;p48"/>
          <p:cNvSpPr/>
          <p:nvPr/>
        </p:nvSpPr>
        <p:spPr>
          <a:xfrm>
            <a:off x="8099273" y="177741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6" name="Google Shape;3316;p48"/>
          <p:cNvSpPr/>
          <p:nvPr/>
        </p:nvSpPr>
        <p:spPr>
          <a:xfrm>
            <a:off x="8135271" y="170688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7" name="Google Shape;3317;p48"/>
          <p:cNvSpPr/>
          <p:nvPr/>
        </p:nvSpPr>
        <p:spPr>
          <a:xfrm>
            <a:off x="8135271" y="161283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8" name="Google Shape;3318;p48"/>
          <p:cNvSpPr/>
          <p:nvPr/>
        </p:nvSpPr>
        <p:spPr>
          <a:xfrm>
            <a:off x="8223064" y="163244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9" name="Google Shape;3319;p48"/>
          <p:cNvSpPr/>
          <p:nvPr/>
        </p:nvSpPr>
        <p:spPr>
          <a:xfrm>
            <a:off x="8049677" y="155250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0" name="Google Shape;3320;p48"/>
          <p:cNvSpPr/>
          <p:nvPr/>
        </p:nvSpPr>
        <p:spPr>
          <a:xfrm>
            <a:off x="8110339" y="144825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1" name="Google Shape;3321;p48"/>
          <p:cNvSpPr/>
          <p:nvPr/>
        </p:nvSpPr>
        <p:spPr>
          <a:xfrm>
            <a:off x="8184867" y="151877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2" name="Google Shape;3322;p48"/>
          <p:cNvSpPr/>
          <p:nvPr/>
        </p:nvSpPr>
        <p:spPr>
          <a:xfrm>
            <a:off x="8272661" y="144888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3" name="Google Shape;3323;p48"/>
          <p:cNvSpPr/>
          <p:nvPr/>
        </p:nvSpPr>
        <p:spPr>
          <a:xfrm>
            <a:off x="8335789" y="151877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4" name="Google Shape;3324;p48"/>
          <p:cNvSpPr/>
          <p:nvPr/>
        </p:nvSpPr>
        <p:spPr>
          <a:xfrm>
            <a:off x="9185349" y="169866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5" name="Google Shape;3325;p48"/>
          <p:cNvSpPr/>
          <p:nvPr/>
        </p:nvSpPr>
        <p:spPr>
          <a:xfrm>
            <a:off x="9236145" y="174945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6" name="Google Shape;3326;p48"/>
          <p:cNvSpPr/>
          <p:nvPr/>
        </p:nvSpPr>
        <p:spPr>
          <a:xfrm>
            <a:off x="9331338" y="169866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7" name="Google Shape;3327;p48"/>
          <p:cNvSpPr/>
          <p:nvPr/>
        </p:nvSpPr>
        <p:spPr>
          <a:xfrm>
            <a:off x="9364861" y="194410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8" name="Google Shape;3328;p48"/>
          <p:cNvSpPr/>
          <p:nvPr/>
        </p:nvSpPr>
        <p:spPr>
          <a:xfrm>
            <a:off x="8016073" y="169575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9" name="Google Shape;3329;p48"/>
          <p:cNvSpPr/>
          <p:nvPr/>
        </p:nvSpPr>
        <p:spPr>
          <a:xfrm>
            <a:off x="8039738" y="15566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0" name="Google Shape;3330;p48"/>
          <p:cNvSpPr/>
          <p:nvPr/>
        </p:nvSpPr>
        <p:spPr>
          <a:xfrm>
            <a:off x="8504023" y="177731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1" name="Google Shape;3331;p48"/>
          <p:cNvSpPr/>
          <p:nvPr/>
        </p:nvSpPr>
        <p:spPr>
          <a:xfrm>
            <a:off x="8527688" y="190632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2" name="Google Shape;3332;p48"/>
          <p:cNvSpPr/>
          <p:nvPr/>
        </p:nvSpPr>
        <p:spPr>
          <a:xfrm>
            <a:off x="8645346" y="184119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3" name="Google Shape;3333;p48"/>
          <p:cNvSpPr/>
          <p:nvPr/>
        </p:nvSpPr>
        <p:spPr>
          <a:xfrm>
            <a:off x="8478092" y="199806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4" name="Google Shape;3334;p48"/>
          <p:cNvSpPr/>
          <p:nvPr/>
        </p:nvSpPr>
        <p:spPr>
          <a:xfrm>
            <a:off x="8694943" y="177731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5" name="Google Shape;3335;p48"/>
          <p:cNvSpPr/>
          <p:nvPr/>
        </p:nvSpPr>
        <p:spPr>
          <a:xfrm>
            <a:off x="8242990" y="181460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6" name="Google Shape;3336;p48"/>
          <p:cNvSpPr/>
          <p:nvPr/>
        </p:nvSpPr>
        <p:spPr>
          <a:xfrm>
            <a:off x="8242990" y="172055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7" name="Google Shape;3337;p48"/>
          <p:cNvSpPr/>
          <p:nvPr/>
        </p:nvSpPr>
        <p:spPr>
          <a:xfrm>
            <a:off x="8330783" y="174016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8" name="Google Shape;3338;p48"/>
          <p:cNvSpPr/>
          <p:nvPr/>
        </p:nvSpPr>
        <p:spPr>
          <a:xfrm>
            <a:off x="8157396" y="166021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9" name="Google Shape;3339;p48"/>
          <p:cNvSpPr/>
          <p:nvPr/>
        </p:nvSpPr>
        <p:spPr>
          <a:xfrm>
            <a:off x="8218058" y="155596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0" name="Google Shape;3340;p48"/>
          <p:cNvSpPr/>
          <p:nvPr/>
        </p:nvSpPr>
        <p:spPr>
          <a:xfrm>
            <a:off x="8292586" y="162649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1" name="Google Shape;3341;p48"/>
          <p:cNvSpPr/>
          <p:nvPr/>
        </p:nvSpPr>
        <p:spPr>
          <a:xfrm>
            <a:off x="8380380" y="155660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2" name="Google Shape;3342;p48"/>
          <p:cNvSpPr/>
          <p:nvPr/>
        </p:nvSpPr>
        <p:spPr>
          <a:xfrm>
            <a:off x="8443508" y="162649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3" name="Google Shape;3343;p48"/>
          <p:cNvSpPr/>
          <p:nvPr/>
        </p:nvSpPr>
        <p:spPr>
          <a:xfrm>
            <a:off x="9293068" y="180637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4" name="Google Shape;3344;p48"/>
          <p:cNvSpPr/>
          <p:nvPr/>
        </p:nvSpPr>
        <p:spPr>
          <a:xfrm>
            <a:off x="9343864" y="185717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5" name="Google Shape;3345;p48"/>
          <p:cNvSpPr/>
          <p:nvPr/>
        </p:nvSpPr>
        <p:spPr>
          <a:xfrm>
            <a:off x="8004009" y="158282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6" name="Google Shape;3346;p48"/>
          <p:cNvSpPr/>
          <p:nvPr/>
        </p:nvSpPr>
        <p:spPr>
          <a:xfrm>
            <a:off x="8525482" y="172045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7" name="Google Shape;3347;p48"/>
          <p:cNvSpPr/>
          <p:nvPr/>
        </p:nvSpPr>
        <p:spPr>
          <a:xfrm>
            <a:off x="8123792" y="180347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8" name="Google Shape;3348;p48"/>
          <p:cNvSpPr/>
          <p:nvPr/>
        </p:nvSpPr>
        <p:spPr>
          <a:xfrm>
            <a:off x="8147457" y="166432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9" name="Google Shape;3349;p48"/>
          <p:cNvSpPr/>
          <p:nvPr/>
        </p:nvSpPr>
        <p:spPr>
          <a:xfrm>
            <a:off x="8703469" y="181450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0" name="Google Shape;3350;p48"/>
          <p:cNvSpPr/>
          <p:nvPr/>
        </p:nvSpPr>
        <p:spPr>
          <a:xfrm>
            <a:off x="8611742" y="188503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1" name="Google Shape;3351;p48"/>
          <p:cNvSpPr/>
          <p:nvPr/>
        </p:nvSpPr>
        <p:spPr>
          <a:xfrm>
            <a:off x="8635407" y="201404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2" name="Google Shape;3352;p48"/>
          <p:cNvSpPr/>
          <p:nvPr/>
        </p:nvSpPr>
        <p:spPr>
          <a:xfrm>
            <a:off x="8753065" y="194891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3" name="Google Shape;3353;p48"/>
          <p:cNvSpPr/>
          <p:nvPr/>
        </p:nvSpPr>
        <p:spPr>
          <a:xfrm>
            <a:off x="8585811" y="210578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4" name="Google Shape;3354;p48"/>
          <p:cNvSpPr/>
          <p:nvPr/>
        </p:nvSpPr>
        <p:spPr>
          <a:xfrm>
            <a:off x="8802661" y="188503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5" name="Google Shape;3355;p48"/>
          <p:cNvSpPr/>
          <p:nvPr/>
        </p:nvSpPr>
        <p:spPr>
          <a:xfrm>
            <a:off x="8838659" y="181450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6" name="Google Shape;3356;p48"/>
          <p:cNvSpPr/>
          <p:nvPr/>
        </p:nvSpPr>
        <p:spPr>
          <a:xfrm>
            <a:off x="8838659" y="172045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7" name="Google Shape;3357;p48"/>
          <p:cNvSpPr/>
          <p:nvPr/>
        </p:nvSpPr>
        <p:spPr>
          <a:xfrm>
            <a:off x="8926452" y="174006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8" name="Google Shape;3358;p48"/>
          <p:cNvSpPr/>
          <p:nvPr/>
        </p:nvSpPr>
        <p:spPr>
          <a:xfrm>
            <a:off x="8265115" y="176793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9" name="Google Shape;3359;p48"/>
          <p:cNvSpPr/>
          <p:nvPr/>
        </p:nvSpPr>
        <p:spPr>
          <a:xfrm>
            <a:off x="8325777" y="166368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0" name="Google Shape;3360;p48"/>
          <p:cNvSpPr/>
          <p:nvPr/>
        </p:nvSpPr>
        <p:spPr>
          <a:xfrm>
            <a:off x="8400305" y="173421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1" name="Google Shape;3361;p48"/>
          <p:cNvSpPr/>
          <p:nvPr/>
        </p:nvSpPr>
        <p:spPr>
          <a:xfrm>
            <a:off x="8488098" y="166432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2" name="Google Shape;3362;p48"/>
          <p:cNvSpPr/>
          <p:nvPr/>
        </p:nvSpPr>
        <p:spPr>
          <a:xfrm>
            <a:off x="8551227" y="173421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3" name="Google Shape;3363;p48"/>
          <p:cNvSpPr/>
          <p:nvPr/>
        </p:nvSpPr>
        <p:spPr>
          <a:xfrm>
            <a:off x="8462435" y="213154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4" name="Google Shape;3364;p48"/>
          <p:cNvSpPr/>
          <p:nvPr/>
        </p:nvSpPr>
        <p:spPr>
          <a:xfrm>
            <a:off x="8513232" y="218234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5" name="Google Shape;3365;p48"/>
          <p:cNvSpPr/>
          <p:nvPr/>
        </p:nvSpPr>
        <p:spPr>
          <a:xfrm>
            <a:off x="8608425" y="213154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6" name="Google Shape;3366;p48"/>
          <p:cNvSpPr/>
          <p:nvPr/>
        </p:nvSpPr>
        <p:spPr>
          <a:xfrm>
            <a:off x="8641947" y="237699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7" name="Google Shape;3367;p48"/>
          <p:cNvSpPr/>
          <p:nvPr/>
        </p:nvSpPr>
        <p:spPr>
          <a:xfrm>
            <a:off x="8728208" y="235219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8" name="Google Shape;3368;p48"/>
          <p:cNvSpPr/>
          <p:nvPr/>
        </p:nvSpPr>
        <p:spPr>
          <a:xfrm>
            <a:off x="8751873" y="221304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9" name="Google Shape;3369;p48"/>
          <p:cNvSpPr/>
          <p:nvPr/>
        </p:nvSpPr>
        <p:spPr>
          <a:xfrm>
            <a:off x="8819934" y="247104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0" name="Google Shape;3370;p48"/>
          <p:cNvSpPr/>
          <p:nvPr/>
        </p:nvSpPr>
        <p:spPr>
          <a:xfrm>
            <a:off x="8728208" y="254157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1" name="Google Shape;3371;p48"/>
          <p:cNvSpPr/>
          <p:nvPr/>
        </p:nvSpPr>
        <p:spPr>
          <a:xfrm>
            <a:off x="8751873" y="267058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2" name="Google Shape;3372;p48"/>
          <p:cNvSpPr/>
          <p:nvPr/>
        </p:nvSpPr>
        <p:spPr>
          <a:xfrm>
            <a:off x="8869531" y="260545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3" name="Google Shape;3373;p48"/>
          <p:cNvSpPr/>
          <p:nvPr/>
        </p:nvSpPr>
        <p:spPr>
          <a:xfrm>
            <a:off x="8702276" y="276232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4" name="Google Shape;3374;p48"/>
          <p:cNvSpPr/>
          <p:nvPr/>
        </p:nvSpPr>
        <p:spPr>
          <a:xfrm>
            <a:off x="8919127" y="254157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5" name="Google Shape;3375;p48"/>
          <p:cNvSpPr/>
          <p:nvPr/>
        </p:nvSpPr>
        <p:spPr>
          <a:xfrm>
            <a:off x="8955124" y="247104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6" name="Google Shape;3376;p48"/>
          <p:cNvSpPr/>
          <p:nvPr/>
        </p:nvSpPr>
        <p:spPr>
          <a:xfrm>
            <a:off x="8955124" y="237699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7" name="Google Shape;3377;p48"/>
          <p:cNvSpPr/>
          <p:nvPr/>
        </p:nvSpPr>
        <p:spPr>
          <a:xfrm>
            <a:off x="9042918" y="239660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8" name="Google Shape;3378;p48"/>
          <p:cNvSpPr/>
          <p:nvPr/>
        </p:nvSpPr>
        <p:spPr>
          <a:xfrm>
            <a:off x="8869531" y="231666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9" name="Google Shape;3379;p48"/>
          <p:cNvSpPr/>
          <p:nvPr/>
        </p:nvSpPr>
        <p:spPr>
          <a:xfrm>
            <a:off x="8930193" y="221241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0" name="Google Shape;3380;p48"/>
          <p:cNvSpPr/>
          <p:nvPr/>
        </p:nvSpPr>
        <p:spPr>
          <a:xfrm>
            <a:off x="9004721" y="22829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1" name="Google Shape;3381;p48"/>
          <p:cNvSpPr/>
          <p:nvPr/>
        </p:nvSpPr>
        <p:spPr>
          <a:xfrm>
            <a:off x="9092514" y="221304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2" name="Google Shape;3382;p48"/>
          <p:cNvSpPr/>
          <p:nvPr/>
        </p:nvSpPr>
        <p:spPr>
          <a:xfrm>
            <a:off x="9155643" y="22829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3" name="Google Shape;3383;p48"/>
          <p:cNvSpPr/>
          <p:nvPr/>
        </p:nvSpPr>
        <p:spPr>
          <a:xfrm rot="-2700000">
            <a:off x="8620697" y="159908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4" name="Google Shape;3384;p48"/>
          <p:cNvSpPr/>
          <p:nvPr/>
        </p:nvSpPr>
        <p:spPr>
          <a:xfrm rot="-2700000">
            <a:off x="8692534" y="159908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5" name="Google Shape;3385;p48"/>
          <p:cNvSpPr/>
          <p:nvPr/>
        </p:nvSpPr>
        <p:spPr>
          <a:xfrm rot="-2700000">
            <a:off x="8723927" y="1495859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6" name="Google Shape;3386;p48"/>
          <p:cNvSpPr/>
          <p:nvPr/>
        </p:nvSpPr>
        <p:spPr>
          <a:xfrm rot="-2700000">
            <a:off x="8921190" y="1645712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7" name="Google Shape;3387;p48"/>
          <p:cNvSpPr/>
          <p:nvPr/>
        </p:nvSpPr>
        <p:spPr>
          <a:xfrm rot="-2700000">
            <a:off x="8964650" y="1567182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8" name="Google Shape;3388;p48"/>
          <p:cNvSpPr/>
          <p:nvPr/>
        </p:nvSpPr>
        <p:spPr>
          <a:xfrm rot="-2700000">
            <a:off x="8882991" y="1452057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9" name="Google Shape;3389;p48"/>
          <p:cNvSpPr/>
          <p:nvPr/>
        </p:nvSpPr>
        <p:spPr>
          <a:xfrm rot="-2700000">
            <a:off x="9113550" y="1586361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0" name="Google Shape;3390;p48"/>
          <p:cNvSpPr/>
          <p:nvPr/>
        </p:nvSpPr>
        <p:spPr>
          <a:xfrm rot="-2700000">
            <a:off x="9098560" y="1701092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1" name="Google Shape;3391;p48"/>
          <p:cNvSpPr/>
          <p:nvPr/>
        </p:nvSpPr>
        <p:spPr>
          <a:xfrm rot="-2700000">
            <a:off x="9206521" y="1775585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2" name="Google Shape;3392;p48"/>
          <p:cNvSpPr/>
          <p:nvPr/>
        </p:nvSpPr>
        <p:spPr>
          <a:xfrm rot="-2700000">
            <a:off x="9236318" y="1875521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3" name="Google Shape;3393;p48"/>
          <p:cNvSpPr/>
          <p:nvPr/>
        </p:nvSpPr>
        <p:spPr>
          <a:xfrm rot="-2700000">
            <a:off x="8773035" y="159908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4" name="Google Shape;3394;p48"/>
          <p:cNvSpPr/>
          <p:nvPr/>
        </p:nvSpPr>
        <p:spPr>
          <a:xfrm rot="-2700000">
            <a:off x="8844871" y="159908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5" name="Google Shape;3395;p48"/>
          <p:cNvSpPr/>
          <p:nvPr/>
        </p:nvSpPr>
        <p:spPr>
          <a:xfrm rot="-2700000">
            <a:off x="8876265" y="1495859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6" name="Google Shape;3396;p48"/>
          <p:cNvSpPr/>
          <p:nvPr/>
        </p:nvSpPr>
        <p:spPr>
          <a:xfrm rot="-2700000">
            <a:off x="9073527" y="1645712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7" name="Google Shape;3397;p48"/>
          <p:cNvSpPr/>
          <p:nvPr/>
        </p:nvSpPr>
        <p:spPr>
          <a:xfrm rot="-2700000">
            <a:off x="8925372" y="159908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8" name="Google Shape;3398;p48"/>
          <p:cNvSpPr/>
          <p:nvPr/>
        </p:nvSpPr>
        <p:spPr>
          <a:xfrm rot="-2700000">
            <a:off x="8997209" y="1599088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9" name="Google Shape;3399;p48"/>
          <p:cNvSpPr/>
          <p:nvPr/>
        </p:nvSpPr>
        <p:spPr>
          <a:xfrm>
            <a:off x="8255175" y="177204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0" name="Google Shape;3400;p48"/>
          <p:cNvSpPr/>
          <p:nvPr/>
        </p:nvSpPr>
        <p:spPr>
          <a:xfrm>
            <a:off x="8107800" y="181460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1" name="Google Shape;3401;p48"/>
          <p:cNvSpPr/>
          <p:nvPr/>
        </p:nvSpPr>
        <p:spPr>
          <a:xfrm>
            <a:off x="8215518" y="192232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2" name="Google Shape;3402;p48"/>
          <p:cNvSpPr/>
          <p:nvPr/>
        </p:nvSpPr>
        <p:spPr>
          <a:xfrm>
            <a:off x="8551225" y="288816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3" name="Google Shape;3403;p48"/>
          <p:cNvSpPr/>
          <p:nvPr/>
        </p:nvSpPr>
        <p:spPr>
          <a:xfrm>
            <a:off x="8926525" y="20843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4" name="Google Shape;3404;p48"/>
          <p:cNvSpPr/>
          <p:nvPr/>
        </p:nvSpPr>
        <p:spPr>
          <a:xfrm>
            <a:off x="8926525" y="199028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5" name="Google Shape;3405;p48"/>
          <p:cNvSpPr/>
          <p:nvPr/>
        </p:nvSpPr>
        <p:spPr>
          <a:xfrm>
            <a:off x="9014318" y="200989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6" name="Google Shape;3406;p48"/>
          <p:cNvSpPr/>
          <p:nvPr/>
        </p:nvSpPr>
        <p:spPr>
          <a:xfrm>
            <a:off x="8840931" y="192995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7" name="Google Shape;3407;p48"/>
          <p:cNvSpPr/>
          <p:nvPr/>
        </p:nvSpPr>
        <p:spPr>
          <a:xfrm>
            <a:off x="8901593" y="18257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8" name="Google Shape;3408;p48"/>
          <p:cNvSpPr/>
          <p:nvPr/>
        </p:nvSpPr>
        <p:spPr>
          <a:xfrm>
            <a:off x="8976121" y="189623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9" name="Google Shape;3409;p48"/>
          <p:cNvSpPr/>
          <p:nvPr/>
        </p:nvSpPr>
        <p:spPr>
          <a:xfrm>
            <a:off x="9063915" y="182633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0" name="Google Shape;3410;p48"/>
          <p:cNvSpPr/>
          <p:nvPr/>
        </p:nvSpPr>
        <p:spPr>
          <a:xfrm>
            <a:off x="8807327" y="207320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1" name="Google Shape;3411;p48"/>
          <p:cNvSpPr/>
          <p:nvPr/>
        </p:nvSpPr>
        <p:spPr>
          <a:xfrm>
            <a:off x="8830992" y="193406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2" name="Google Shape;3412;p48"/>
          <p:cNvSpPr/>
          <p:nvPr/>
        </p:nvSpPr>
        <p:spPr>
          <a:xfrm>
            <a:off x="9034244" y="20980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3" name="Google Shape;3413;p48"/>
          <p:cNvSpPr/>
          <p:nvPr/>
        </p:nvSpPr>
        <p:spPr>
          <a:xfrm>
            <a:off x="8948650" y="203767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4" name="Google Shape;3414;p48"/>
          <p:cNvSpPr/>
          <p:nvPr/>
        </p:nvSpPr>
        <p:spPr>
          <a:xfrm>
            <a:off x="9009312" y="193342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5" name="Google Shape;3415;p48"/>
          <p:cNvSpPr/>
          <p:nvPr/>
        </p:nvSpPr>
        <p:spPr>
          <a:xfrm>
            <a:off x="9083840" y="200395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6" name="Google Shape;3416;p48"/>
          <p:cNvSpPr/>
          <p:nvPr/>
        </p:nvSpPr>
        <p:spPr>
          <a:xfrm>
            <a:off x="8938710" y="204177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7" name="Google Shape;3417;p48"/>
          <p:cNvSpPr/>
          <p:nvPr/>
        </p:nvSpPr>
        <p:spPr>
          <a:xfrm>
            <a:off x="9338210" y="198295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8" name="Google Shape;3418;p48"/>
          <p:cNvSpPr/>
          <p:nvPr/>
        </p:nvSpPr>
        <p:spPr>
          <a:xfrm>
            <a:off x="9338210" y="188890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9" name="Google Shape;3419;p48"/>
          <p:cNvSpPr/>
          <p:nvPr/>
        </p:nvSpPr>
        <p:spPr>
          <a:xfrm>
            <a:off x="9426003" y="190851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0" name="Google Shape;3420;p48"/>
          <p:cNvSpPr/>
          <p:nvPr/>
        </p:nvSpPr>
        <p:spPr>
          <a:xfrm>
            <a:off x="9252616" y="182857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1" name="Google Shape;3421;p48"/>
          <p:cNvSpPr/>
          <p:nvPr/>
        </p:nvSpPr>
        <p:spPr>
          <a:xfrm>
            <a:off x="9313278" y="172432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2" name="Google Shape;3422;p48"/>
          <p:cNvSpPr/>
          <p:nvPr/>
        </p:nvSpPr>
        <p:spPr>
          <a:xfrm>
            <a:off x="9387806" y="179485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3" name="Google Shape;3423;p48"/>
          <p:cNvSpPr/>
          <p:nvPr/>
        </p:nvSpPr>
        <p:spPr>
          <a:xfrm>
            <a:off x="9475600" y="172495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4" name="Google Shape;3424;p48"/>
          <p:cNvSpPr/>
          <p:nvPr/>
        </p:nvSpPr>
        <p:spPr>
          <a:xfrm>
            <a:off x="9219012" y="197182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5" name="Google Shape;3425;p48"/>
          <p:cNvSpPr/>
          <p:nvPr/>
        </p:nvSpPr>
        <p:spPr>
          <a:xfrm>
            <a:off x="9242677" y="183267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6" name="Google Shape;3426;p48"/>
          <p:cNvSpPr/>
          <p:nvPr/>
        </p:nvSpPr>
        <p:spPr>
          <a:xfrm>
            <a:off x="9445928" y="199662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7" name="Google Shape;3427;p48"/>
          <p:cNvSpPr/>
          <p:nvPr/>
        </p:nvSpPr>
        <p:spPr>
          <a:xfrm>
            <a:off x="9360335" y="193629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8" name="Google Shape;3428;p48"/>
          <p:cNvSpPr/>
          <p:nvPr/>
        </p:nvSpPr>
        <p:spPr>
          <a:xfrm>
            <a:off x="9420997" y="183204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9" name="Google Shape;3429;p48"/>
          <p:cNvSpPr/>
          <p:nvPr/>
        </p:nvSpPr>
        <p:spPr>
          <a:xfrm>
            <a:off x="9495525" y="190256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0" name="Google Shape;3430;p48"/>
          <p:cNvSpPr/>
          <p:nvPr/>
        </p:nvSpPr>
        <p:spPr>
          <a:xfrm>
            <a:off x="9350395" y="194039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1" name="Google Shape;3431;p48"/>
          <p:cNvSpPr/>
          <p:nvPr/>
        </p:nvSpPr>
        <p:spPr>
          <a:xfrm>
            <a:off x="7874767" y="164572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2" name="Google Shape;3432;p48"/>
          <p:cNvSpPr/>
          <p:nvPr/>
        </p:nvSpPr>
        <p:spPr>
          <a:xfrm>
            <a:off x="7885281" y="184119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3" name="Google Shape;3433;p48"/>
          <p:cNvSpPr/>
          <p:nvPr/>
        </p:nvSpPr>
        <p:spPr>
          <a:xfrm>
            <a:off x="8585806" y="281193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34" name="Google Shape;343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08475" y="1138913"/>
            <a:ext cx="2063126" cy="2002874"/>
          </a:xfrm>
          <a:prstGeom prst="rect">
            <a:avLst/>
          </a:prstGeom>
          <a:noFill/>
          <a:ln>
            <a:noFill/>
          </a:ln>
        </p:spPr>
      </p:pic>
      <p:sp>
        <p:nvSpPr>
          <p:cNvPr id="3435" name="Google Shape;3435;p48"/>
          <p:cNvSpPr/>
          <p:nvPr/>
        </p:nvSpPr>
        <p:spPr>
          <a:xfrm>
            <a:off x="267480" y="160071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6" name="Google Shape;3436;p48"/>
          <p:cNvSpPr/>
          <p:nvPr/>
        </p:nvSpPr>
        <p:spPr>
          <a:xfrm>
            <a:off x="318277" y="165151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7" name="Google Shape;3437;p48"/>
          <p:cNvSpPr/>
          <p:nvPr/>
        </p:nvSpPr>
        <p:spPr>
          <a:xfrm>
            <a:off x="413470" y="160071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8" name="Google Shape;3438;p48"/>
          <p:cNvSpPr/>
          <p:nvPr/>
        </p:nvSpPr>
        <p:spPr>
          <a:xfrm>
            <a:off x="446992" y="184616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9" name="Google Shape;3439;p48"/>
          <p:cNvSpPr/>
          <p:nvPr/>
        </p:nvSpPr>
        <p:spPr>
          <a:xfrm>
            <a:off x="533253" y="182136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0" name="Google Shape;3440;p48"/>
          <p:cNvSpPr/>
          <p:nvPr/>
        </p:nvSpPr>
        <p:spPr>
          <a:xfrm>
            <a:off x="556917" y="168221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1" name="Google Shape;3441;p48"/>
          <p:cNvSpPr/>
          <p:nvPr/>
        </p:nvSpPr>
        <p:spPr>
          <a:xfrm>
            <a:off x="533253" y="201074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2" name="Google Shape;3442;p48"/>
          <p:cNvSpPr/>
          <p:nvPr/>
        </p:nvSpPr>
        <p:spPr>
          <a:xfrm>
            <a:off x="556917" y="213975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3" name="Google Shape;3443;p48"/>
          <p:cNvSpPr/>
          <p:nvPr/>
        </p:nvSpPr>
        <p:spPr>
          <a:xfrm>
            <a:off x="-272523" y="174324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4" name="Google Shape;3444;p48"/>
          <p:cNvSpPr/>
          <p:nvPr/>
        </p:nvSpPr>
        <p:spPr>
          <a:xfrm>
            <a:off x="507321" y="223149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5" name="Google Shape;3445;p48"/>
          <p:cNvSpPr/>
          <p:nvPr/>
        </p:nvSpPr>
        <p:spPr>
          <a:xfrm>
            <a:off x="-710877" y="178718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6" name="Google Shape;3446;p48"/>
          <p:cNvSpPr/>
          <p:nvPr/>
        </p:nvSpPr>
        <p:spPr>
          <a:xfrm>
            <a:off x="-674879" y="171665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7" name="Google Shape;3447;p48"/>
          <p:cNvSpPr/>
          <p:nvPr/>
        </p:nvSpPr>
        <p:spPr>
          <a:xfrm>
            <a:off x="-674879" y="162260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8" name="Google Shape;3448;p48"/>
          <p:cNvSpPr/>
          <p:nvPr/>
        </p:nvSpPr>
        <p:spPr>
          <a:xfrm>
            <a:off x="-587086" y="164221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9" name="Google Shape;3449;p48"/>
          <p:cNvSpPr/>
          <p:nvPr/>
        </p:nvSpPr>
        <p:spPr>
          <a:xfrm>
            <a:off x="-760473" y="156227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0" name="Google Shape;3450;p48"/>
          <p:cNvSpPr/>
          <p:nvPr/>
        </p:nvSpPr>
        <p:spPr>
          <a:xfrm>
            <a:off x="-699811" y="145802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1" name="Google Shape;3451;p48"/>
          <p:cNvSpPr/>
          <p:nvPr/>
        </p:nvSpPr>
        <p:spPr>
          <a:xfrm>
            <a:off x="-625283" y="152855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2" name="Google Shape;3452;p48"/>
          <p:cNvSpPr/>
          <p:nvPr/>
        </p:nvSpPr>
        <p:spPr>
          <a:xfrm>
            <a:off x="-537489" y="145865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3" name="Google Shape;3453;p48"/>
          <p:cNvSpPr/>
          <p:nvPr/>
        </p:nvSpPr>
        <p:spPr>
          <a:xfrm>
            <a:off x="-474361" y="152855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4" name="Google Shape;3454;p48"/>
          <p:cNvSpPr/>
          <p:nvPr/>
        </p:nvSpPr>
        <p:spPr>
          <a:xfrm>
            <a:off x="375199" y="170843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5" name="Google Shape;3455;p48"/>
          <p:cNvSpPr/>
          <p:nvPr/>
        </p:nvSpPr>
        <p:spPr>
          <a:xfrm>
            <a:off x="425995" y="175923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6" name="Google Shape;3456;p48"/>
          <p:cNvSpPr/>
          <p:nvPr/>
        </p:nvSpPr>
        <p:spPr>
          <a:xfrm>
            <a:off x="521188" y="170843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7" name="Google Shape;3457;p48"/>
          <p:cNvSpPr/>
          <p:nvPr/>
        </p:nvSpPr>
        <p:spPr>
          <a:xfrm>
            <a:off x="554711" y="195388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8" name="Google Shape;3458;p48"/>
          <p:cNvSpPr/>
          <p:nvPr/>
        </p:nvSpPr>
        <p:spPr>
          <a:xfrm>
            <a:off x="-306127" y="178708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9" name="Google Shape;3459;p48"/>
          <p:cNvSpPr/>
          <p:nvPr/>
        </p:nvSpPr>
        <p:spPr>
          <a:xfrm>
            <a:off x="-282462" y="191610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0" name="Google Shape;3460;p48"/>
          <p:cNvSpPr/>
          <p:nvPr/>
        </p:nvSpPr>
        <p:spPr>
          <a:xfrm>
            <a:off x="-164804" y="185096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1" name="Google Shape;3461;p48"/>
          <p:cNvSpPr/>
          <p:nvPr/>
        </p:nvSpPr>
        <p:spPr>
          <a:xfrm>
            <a:off x="-332058" y="200783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2" name="Google Shape;3462;p48"/>
          <p:cNvSpPr/>
          <p:nvPr/>
        </p:nvSpPr>
        <p:spPr>
          <a:xfrm>
            <a:off x="-115207" y="178708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3" name="Google Shape;3463;p48"/>
          <p:cNvSpPr/>
          <p:nvPr/>
        </p:nvSpPr>
        <p:spPr>
          <a:xfrm>
            <a:off x="-567160" y="182437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4" name="Google Shape;3464;p48"/>
          <p:cNvSpPr/>
          <p:nvPr/>
        </p:nvSpPr>
        <p:spPr>
          <a:xfrm>
            <a:off x="-567160" y="173032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5" name="Google Shape;3465;p48"/>
          <p:cNvSpPr/>
          <p:nvPr/>
        </p:nvSpPr>
        <p:spPr>
          <a:xfrm>
            <a:off x="-479367" y="174993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6" name="Google Shape;3466;p48"/>
          <p:cNvSpPr/>
          <p:nvPr/>
        </p:nvSpPr>
        <p:spPr>
          <a:xfrm>
            <a:off x="-652754" y="166999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7" name="Google Shape;3467;p48"/>
          <p:cNvSpPr/>
          <p:nvPr/>
        </p:nvSpPr>
        <p:spPr>
          <a:xfrm>
            <a:off x="-592092" y="156574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8" name="Google Shape;3468;p48"/>
          <p:cNvSpPr/>
          <p:nvPr/>
        </p:nvSpPr>
        <p:spPr>
          <a:xfrm>
            <a:off x="-517564" y="163627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9" name="Google Shape;3469;p48"/>
          <p:cNvSpPr/>
          <p:nvPr/>
        </p:nvSpPr>
        <p:spPr>
          <a:xfrm>
            <a:off x="-429770" y="156637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0" name="Google Shape;3470;p48"/>
          <p:cNvSpPr/>
          <p:nvPr/>
        </p:nvSpPr>
        <p:spPr>
          <a:xfrm>
            <a:off x="-366642" y="163627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1" name="Google Shape;3471;p48"/>
          <p:cNvSpPr/>
          <p:nvPr/>
        </p:nvSpPr>
        <p:spPr>
          <a:xfrm>
            <a:off x="482918" y="181615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2" name="Google Shape;3472;p48"/>
          <p:cNvSpPr/>
          <p:nvPr/>
        </p:nvSpPr>
        <p:spPr>
          <a:xfrm>
            <a:off x="533714" y="186694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3" name="Google Shape;3473;p48"/>
          <p:cNvSpPr/>
          <p:nvPr/>
        </p:nvSpPr>
        <p:spPr>
          <a:xfrm>
            <a:off x="-284668" y="173022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4" name="Google Shape;3474;p48"/>
          <p:cNvSpPr/>
          <p:nvPr/>
        </p:nvSpPr>
        <p:spPr>
          <a:xfrm>
            <a:off x="-686358" y="181324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5" name="Google Shape;3475;p48"/>
          <p:cNvSpPr/>
          <p:nvPr/>
        </p:nvSpPr>
        <p:spPr>
          <a:xfrm>
            <a:off x="-662693" y="167409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6" name="Google Shape;3476;p48"/>
          <p:cNvSpPr/>
          <p:nvPr/>
        </p:nvSpPr>
        <p:spPr>
          <a:xfrm>
            <a:off x="-106681" y="182428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7" name="Google Shape;3477;p48"/>
          <p:cNvSpPr/>
          <p:nvPr/>
        </p:nvSpPr>
        <p:spPr>
          <a:xfrm>
            <a:off x="-198408" y="189480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8" name="Google Shape;3478;p48"/>
          <p:cNvSpPr/>
          <p:nvPr/>
        </p:nvSpPr>
        <p:spPr>
          <a:xfrm>
            <a:off x="-174743" y="202382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9" name="Google Shape;3479;p48"/>
          <p:cNvSpPr/>
          <p:nvPr/>
        </p:nvSpPr>
        <p:spPr>
          <a:xfrm>
            <a:off x="-57085" y="195868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0" name="Google Shape;3480;p48"/>
          <p:cNvSpPr/>
          <p:nvPr/>
        </p:nvSpPr>
        <p:spPr>
          <a:xfrm>
            <a:off x="-224339" y="211555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1" name="Google Shape;3481;p48"/>
          <p:cNvSpPr/>
          <p:nvPr/>
        </p:nvSpPr>
        <p:spPr>
          <a:xfrm>
            <a:off x="-7489" y="189480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2" name="Google Shape;3482;p48"/>
          <p:cNvSpPr/>
          <p:nvPr/>
        </p:nvSpPr>
        <p:spPr>
          <a:xfrm>
            <a:off x="28509" y="182428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3" name="Google Shape;3483;p48"/>
          <p:cNvSpPr/>
          <p:nvPr/>
        </p:nvSpPr>
        <p:spPr>
          <a:xfrm>
            <a:off x="28509" y="173022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4" name="Google Shape;3484;p48"/>
          <p:cNvSpPr/>
          <p:nvPr/>
        </p:nvSpPr>
        <p:spPr>
          <a:xfrm>
            <a:off x="116302" y="174984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5" name="Google Shape;3485;p48"/>
          <p:cNvSpPr/>
          <p:nvPr/>
        </p:nvSpPr>
        <p:spPr>
          <a:xfrm>
            <a:off x="-545035" y="177771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6" name="Google Shape;3486;p48"/>
          <p:cNvSpPr/>
          <p:nvPr/>
        </p:nvSpPr>
        <p:spPr>
          <a:xfrm>
            <a:off x="-484373" y="167346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7" name="Google Shape;3487;p48"/>
          <p:cNvSpPr/>
          <p:nvPr/>
        </p:nvSpPr>
        <p:spPr>
          <a:xfrm>
            <a:off x="-409845" y="174398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8" name="Google Shape;3488;p48"/>
          <p:cNvSpPr/>
          <p:nvPr/>
        </p:nvSpPr>
        <p:spPr>
          <a:xfrm>
            <a:off x="-322052" y="167409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9" name="Google Shape;3489;p48"/>
          <p:cNvSpPr/>
          <p:nvPr/>
        </p:nvSpPr>
        <p:spPr>
          <a:xfrm>
            <a:off x="-258923" y="174398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0" name="Google Shape;3490;p48"/>
          <p:cNvSpPr/>
          <p:nvPr/>
        </p:nvSpPr>
        <p:spPr>
          <a:xfrm>
            <a:off x="-347715" y="214132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1" name="Google Shape;3491;p48"/>
          <p:cNvSpPr/>
          <p:nvPr/>
        </p:nvSpPr>
        <p:spPr>
          <a:xfrm>
            <a:off x="-296918" y="219211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2" name="Google Shape;3492;p48"/>
          <p:cNvSpPr/>
          <p:nvPr/>
        </p:nvSpPr>
        <p:spPr>
          <a:xfrm>
            <a:off x="-201725" y="214132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3" name="Google Shape;3493;p48"/>
          <p:cNvSpPr/>
          <p:nvPr/>
        </p:nvSpPr>
        <p:spPr>
          <a:xfrm>
            <a:off x="-168203" y="238676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4" name="Google Shape;3494;p48"/>
          <p:cNvSpPr/>
          <p:nvPr/>
        </p:nvSpPr>
        <p:spPr>
          <a:xfrm>
            <a:off x="-81942" y="236197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5" name="Google Shape;3495;p48"/>
          <p:cNvSpPr/>
          <p:nvPr/>
        </p:nvSpPr>
        <p:spPr>
          <a:xfrm>
            <a:off x="-58277" y="222282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6" name="Google Shape;3496;p48"/>
          <p:cNvSpPr/>
          <p:nvPr/>
        </p:nvSpPr>
        <p:spPr>
          <a:xfrm>
            <a:off x="9784" y="248081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7" name="Google Shape;3497;p48"/>
          <p:cNvSpPr/>
          <p:nvPr/>
        </p:nvSpPr>
        <p:spPr>
          <a:xfrm>
            <a:off x="-81942" y="255134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8" name="Google Shape;3498;p48"/>
          <p:cNvSpPr/>
          <p:nvPr/>
        </p:nvSpPr>
        <p:spPr>
          <a:xfrm>
            <a:off x="-58277" y="2680362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9" name="Google Shape;3499;p48"/>
          <p:cNvSpPr/>
          <p:nvPr/>
        </p:nvSpPr>
        <p:spPr>
          <a:xfrm>
            <a:off x="59381" y="261522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0" name="Google Shape;3500;p48"/>
          <p:cNvSpPr/>
          <p:nvPr/>
        </p:nvSpPr>
        <p:spPr>
          <a:xfrm>
            <a:off x="-107874" y="277209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1" name="Google Shape;3501;p48"/>
          <p:cNvSpPr/>
          <p:nvPr/>
        </p:nvSpPr>
        <p:spPr>
          <a:xfrm>
            <a:off x="108977" y="255134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2" name="Google Shape;3502;p48"/>
          <p:cNvSpPr/>
          <p:nvPr/>
        </p:nvSpPr>
        <p:spPr>
          <a:xfrm>
            <a:off x="144974" y="248081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3" name="Google Shape;3503;p48"/>
          <p:cNvSpPr/>
          <p:nvPr/>
        </p:nvSpPr>
        <p:spPr>
          <a:xfrm>
            <a:off x="144974" y="238676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4" name="Google Shape;3504;p48"/>
          <p:cNvSpPr/>
          <p:nvPr/>
        </p:nvSpPr>
        <p:spPr>
          <a:xfrm>
            <a:off x="232768" y="240638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5" name="Google Shape;3505;p48"/>
          <p:cNvSpPr/>
          <p:nvPr/>
        </p:nvSpPr>
        <p:spPr>
          <a:xfrm>
            <a:off x="59381" y="232643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6" name="Google Shape;3506;p48"/>
          <p:cNvSpPr/>
          <p:nvPr/>
        </p:nvSpPr>
        <p:spPr>
          <a:xfrm>
            <a:off x="120043" y="222218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7" name="Google Shape;3507;p48"/>
          <p:cNvSpPr/>
          <p:nvPr/>
        </p:nvSpPr>
        <p:spPr>
          <a:xfrm>
            <a:off x="194571" y="229271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8" name="Google Shape;3508;p48"/>
          <p:cNvSpPr/>
          <p:nvPr/>
        </p:nvSpPr>
        <p:spPr>
          <a:xfrm>
            <a:off x="282364" y="222282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9" name="Google Shape;3509;p48"/>
          <p:cNvSpPr/>
          <p:nvPr/>
        </p:nvSpPr>
        <p:spPr>
          <a:xfrm>
            <a:off x="345493" y="229271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0" name="Google Shape;3510;p48"/>
          <p:cNvSpPr/>
          <p:nvPr/>
        </p:nvSpPr>
        <p:spPr>
          <a:xfrm rot="-2700000">
            <a:off x="-189453" y="160886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1" name="Google Shape;3511;p48"/>
          <p:cNvSpPr/>
          <p:nvPr/>
        </p:nvSpPr>
        <p:spPr>
          <a:xfrm rot="-2700000">
            <a:off x="-117616" y="160886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2" name="Google Shape;3512;p48"/>
          <p:cNvSpPr/>
          <p:nvPr/>
        </p:nvSpPr>
        <p:spPr>
          <a:xfrm rot="-2700000">
            <a:off x="-86223" y="1505634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3" name="Google Shape;3513;p48"/>
          <p:cNvSpPr/>
          <p:nvPr/>
        </p:nvSpPr>
        <p:spPr>
          <a:xfrm rot="-2700000">
            <a:off x="111040" y="1655487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4" name="Google Shape;3514;p48"/>
          <p:cNvSpPr/>
          <p:nvPr/>
        </p:nvSpPr>
        <p:spPr>
          <a:xfrm rot="-2700000">
            <a:off x="154500" y="1576957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5" name="Google Shape;3515;p48"/>
          <p:cNvSpPr/>
          <p:nvPr/>
        </p:nvSpPr>
        <p:spPr>
          <a:xfrm rot="-2700000">
            <a:off x="72841" y="1461832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6" name="Google Shape;3516;p48"/>
          <p:cNvSpPr/>
          <p:nvPr/>
        </p:nvSpPr>
        <p:spPr>
          <a:xfrm rot="-2700000">
            <a:off x="303400" y="1596136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7" name="Google Shape;3517;p48"/>
          <p:cNvSpPr/>
          <p:nvPr/>
        </p:nvSpPr>
        <p:spPr>
          <a:xfrm rot="-2700000">
            <a:off x="288410" y="1710867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8" name="Google Shape;3518;p48"/>
          <p:cNvSpPr/>
          <p:nvPr/>
        </p:nvSpPr>
        <p:spPr>
          <a:xfrm rot="-2700000">
            <a:off x="396371" y="1785360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9" name="Google Shape;3519;p48"/>
          <p:cNvSpPr/>
          <p:nvPr/>
        </p:nvSpPr>
        <p:spPr>
          <a:xfrm rot="-2700000">
            <a:off x="426168" y="1885296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0" name="Google Shape;3520;p48"/>
          <p:cNvSpPr/>
          <p:nvPr/>
        </p:nvSpPr>
        <p:spPr>
          <a:xfrm rot="-2700000">
            <a:off x="-37115" y="160886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1" name="Google Shape;3521;p48"/>
          <p:cNvSpPr/>
          <p:nvPr/>
        </p:nvSpPr>
        <p:spPr>
          <a:xfrm rot="-2700000">
            <a:off x="34721" y="160886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2" name="Google Shape;3522;p48"/>
          <p:cNvSpPr/>
          <p:nvPr/>
        </p:nvSpPr>
        <p:spPr>
          <a:xfrm rot="-2700000">
            <a:off x="66115" y="1505634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3" name="Google Shape;3523;p48"/>
          <p:cNvSpPr/>
          <p:nvPr/>
        </p:nvSpPr>
        <p:spPr>
          <a:xfrm rot="-2700000">
            <a:off x="263377" y="1655487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4" name="Google Shape;3524;p48"/>
          <p:cNvSpPr/>
          <p:nvPr/>
        </p:nvSpPr>
        <p:spPr>
          <a:xfrm rot="-2700000">
            <a:off x="115222" y="160886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5" name="Google Shape;3525;p48"/>
          <p:cNvSpPr/>
          <p:nvPr/>
        </p:nvSpPr>
        <p:spPr>
          <a:xfrm rot="-2700000">
            <a:off x="187059" y="1608863"/>
            <a:ext cx="49639" cy="49639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6" name="Google Shape;3526;p48"/>
          <p:cNvSpPr/>
          <p:nvPr/>
        </p:nvSpPr>
        <p:spPr>
          <a:xfrm>
            <a:off x="-554975" y="178181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7" name="Google Shape;3527;p48"/>
          <p:cNvSpPr/>
          <p:nvPr/>
        </p:nvSpPr>
        <p:spPr>
          <a:xfrm>
            <a:off x="-702350" y="182437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8" name="Google Shape;3528;p48"/>
          <p:cNvSpPr/>
          <p:nvPr/>
        </p:nvSpPr>
        <p:spPr>
          <a:xfrm>
            <a:off x="-594632" y="193209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9" name="Google Shape;3529;p48"/>
          <p:cNvSpPr/>
          <p:nvPr/>
        </p:nvSpPr>
        <p:spPr>
          <a:xfrm>
            <a:off x="-258925" y="289793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0" name="Google Shape;3530;p48"/>
          <p:cNvSpPr/>
          <p:nvPr/>
        </p:nvSpPr>
        <p:spPr>
          <a:xfrm>
            <a:off x="116375" y="209411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1" name="Google Shape;3531;p48"/>
          <p:cNvSpPr/>
          <p:nvPr/>
        </p:nvSpPr>
        <p:spPr>
          <a:xfrm>
            <a:off x="116375" y="200006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2" name="Google Shape;3532;p48"/>
          <p:cNvSpPr/>
          <p:nvPr/>
        </p:nvSpPr>
        <p:spPr>
          <a:xfrm>
            <a:off x="204168" y="201967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3" name="Google Shape;3533;p48"/>
          <p:cNvSpPr/>
          <p:nvPr/>
        </p:nvSpPr>
        <p:spPr>
          <a:xfrm>
            <a:off x="30781" y="193973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4" name="Google Shape;3534;p48"/>
          <p:cNvSpPr/>
          <p:nvPr/>
        </p:nvSpPr>
        <p:spPr>
          <a:xfrm>
            <a:off x="91443" y="183548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5" name="Google Shape;3535;p48"/>
          <p:cNvSpPr/>
          <p:nvPr/>
        </p:nvSpPr>
        <p:spPr>
          <a:xfrm>
            <a:off x="165971" y="1906008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6" name="Google Shape;3536;p48"/>
          <p:cNvSpPr/>
          <p:nvPr/>
        </p:nvSpPr>
        <p:spPr>
          <a:xfrm>
            <a:off x="253765" y="183611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7" name="Google Shape;3537;p48"/>
          <p:cNvSpPr/>
          <p:nvPr/>
        </p:nvSpPr>
        <p:spPr>
          <a:xfrm>
            <a:off x="-2823" y="208298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8" name="Google Shape;3538;p48"/>
          <p:cNvSpPr/>
          <p:nvPr/>
        </p:nvSpPr>
        <p:spPr>
          <a:xfrm>
            <a:off x="20842" y="194383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9" name="Google Shape;3539;p48"/>
          <p:cNvSpPr/>
          <p:nvPr/>
        </p:nvSpPr>
        <p:spPr>
          <a:xfrm>
            <a:off x="224094" y="210778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0" name="Google Shape;3540;p48"/>
          <p:cNvSpPr/>
          <p:nvPr/>
        </p:nvSpPr>
        <p:spPr>
          <a:xfrm>
            <a:off x="138500" y="204744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1" name="Google Shape;3541;p48"/>
          <p:cNvSpPr/>
          <p:nvPr/>
        </p:nvSpPr>
        <p:spPr>
          <a:xfrm>
            <a:off x="199162" y="1943199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2" name="Google Shape;3542;p48"/>
          <p:cNvSpPr/>
          <p:nvPr/>
        </p:nvSpPr>
        <p:spPr>
          <a:xfrm>
            <a:off x="273690" y="201372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3" name="Google Shape;3543;p48"/>
          <p:cNvSpPr/>
          <p:nvPr/>
        </p:nvSpPr>
        <p:spPr>
          <a:xfrm>
            <a:off x="128560" y="2051554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4" name="Google Shape;3544;p48"/>
          <p:cNvSpPr/>
          <p:nvPr/>
        </p:nvSpPr>
        <p:spPr>
          <a:xfrm>
            <a:off x="528060" y="199273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5" name="Google Shape;3545;p48"/>
          <p:cNvSpPr/>
          <p:nvPr/>
        </p:nvSpPr>
        <p:spPr>
          <a:xfrm>
            <a:off x="528060" y="189868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6" name="Google Shape;3546;p48"/>
          <p:cNvSpPr/>
          <p:nvPr/>
        </p:nvSpPr>
        <p:spPr>
          <a:xfrm>
            <a:off x="442466" y="183834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7" name="Google Shape;3547;p48"/>
          <p:cNvSpPr/>
          <p:nvPr/>
        </p:nvSpPr>
        <p:spPr>
          <a:xfrm>
            <a:off x="503128" y="1734097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8" name="Google Shape;3548;p48"/>
          <p:cNvSpPr/>
          <p:nvPr/>
        </p:nvSpPr>
        <p:spPr>
          <a:xfrm>
            <a:off x="577656" y="180462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9" name="Google Shape;3549;p48"/>
          <p:cNvSpPr/>
          <p:nvPr/>
        </p:nvSpPr>
        <p:spPr>
          <a:xfrm>
            <a:off x="408862" y="1981600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0" name="Google Shape;3550;p48"/>
          <p:cNvSpPr/>
          <p:nvPr/>
        </p:nvSpPr>
        <p:spPr>
          <a:xfrm>
            <a:off x="432527" y="1842453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1" name="Google Shape;3551;p48"/>
          <p:cNvSpPr/>
          <p:nvPr/>
        </p:nvSpPr>
        <p:spPr>
          <a:xfrm>
            <a:off x="550185" y="1946065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2" name="Google Shape;3552;p48"/>
          <p:cNvSpPr/>
          <p:nvPr/>
        </p:nvSpPr>
        <p:spPr>
          <a:xfrm>
            <a:off x="540245" y="1950171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3" name="Google Shape;3553;p48"/>
          <p:cNvSpPr/>
          <p:nvPr/>
        </p:nvSpPr>
        <p:spPr>
          <a:xfrm>
            <a:off x="-224344" y="2821706"/>
            <a:ext cx="49500" cy="49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4" name="Google Shape;3554;p48"/>
          <p:cNvSpPr txBox="1"/>
          <p:nvPr/>
        </p:nvSpPr>
        <p:spPr>
          <a:xfrm>
            <a:off x="5525" y="3206713"/>
            <a:ext cx="91440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Caso fosse possível fazer VÁRIAS amostras DIFERENTES HOJE e tirar a média de cada uma, teríamos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como mensurar incerteza! Bastava </a:t>
            </a:r>
            <a:r>
              <a:rPr b="1" lang="pt-BR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observar uma distribuição das médias</a:t>
            </a: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br>
              <a:rPr lang="pt-BR"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(sei que a figura é a mesma, imagine que são amostras diferentes)</a:t>
            </a:r>
            <a:br>
              <a:rPr lang="pt-BR">
                <a:latin typeface="Roboto Light"/>
                <a:ea typeface="Roboto Light"/>
                <a:cs typeface="Roboto Light"/>
                <a:sym typeface="Roboto Light"/>
              </a:rPr>
            </a:br>
            <a:br>
              <a:rPr lang="pt-BR"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Não é possível fazer várias amostras hoje </a:t>
            </a:r>
            <a:r>
              <a:rPr b="1" lang="pt-BR">
                <a:solidFill>
                  <a:schemeClr val="dk1"/>
                </a:solidFill>
              </a:rPr>
              <a:t>😢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8" name="Shape 3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9" name="Google Shape;3559;p49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Uma Hipótese</a:t>
            </a:r>
            <a:endParaRPr/>
          </a:p>
        </p:txBody>
      </p:sp>
      <p:sp>
        <p:nvSpPr>
          <p:cNvPr id="3560" name="Google Shape;3560;p49"/>
          <p:cNvSpPr txBox="1"/>
          <p:nvPr>
            <p:ph idx="1" type="body"/>
          </p:nvPr>
        </p:nvSpPr>
        <p:spPr>
          <a:xfrm>
            <a:off x="311700" y="937850"/>
            <a:ext cx="85767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/>
              <a:t>Então eu posso falar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61" name="Google Shape;3561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562" name="Google Shape;3562;p49"/>
          <p:cNvPicPr preferRelativeResize="0"/>
          <p:nvPr/>
        </p:nvPicPr>
        <p:blipFill rotWithShape="1">
          <a:blip r:embed="rId3">
            <a:alphaModFix/>
          </a:blip>
          <a:srcRect b="6209" l="0" r="0" t="0"/>
          <a:stretch/>
        </p:blipFill>
        <p:spPr>
          <a:xfrm>
            <a:off x="2913675" y="3255600"/>
            <a:ext cx="3775557" cy="16186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[\bar{x} - 1.96 \frac{s}{\sqrt{n}}, \bar{x} + 1.96 \frac{s}{\sqrt{n}}]" id="3563" name="Google Shape;3563;p49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51191" y="4926508"/>
            <a:ext cx="1509496" cy="216991"/>
          </a:xfrm>
          <a:prstGeom prst="rect">
            <a:avLst/>
          </a:prstGeom>
          <a:noFill/>
          <a:ln>
            <a:noFill/>
          </a:ln>
        </p:spPr>
      </p:pic>
      <p:sp>
        <p:nvSpPr>
          <p:cNvPr id="3564" name="Google Shape;3564;p49"/>
          <p:cNvSpPr/>
          <p:nvPr/>
        </p:nvSpPr>
        <p:spPr>
          <a:xfrm>
            <a:off x="311700" y="1338950"/>
            <a:ext cx="8576700" cy="2035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latin typeface="Roboto Light"/>
                <a:ea typeface="Roboto Light"/>
                <a:cs typeface="Roboto Light"/>
                <a:sym typeface="Roboto Light"/>
              </a:rPr>
              <a:t>Com base na minha amostra, que foi o melhor que fiz (mostro a metodologia), </a:t>
            </a:r>
            <a:br>
              <a:rPr lang="pt-BR" sz="1500"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pt-BR" sz="1500">
                <a:latin typeface="Roboto Light"/>
                <a:ea typeface="Roboto Light"/>
                <a:cs typeface="Roboto Light"/>
                <a:sym typeface="Roboto Light"/>
              </a:rPr>
              <a:t>minha </a:t>
            </a:r>
            <a:r>
              <a:rPr lang="pt-BR" sz="1500">
                <a:latin typeface="Roboto Light"/>
                <a:ea typeface="Roboto Light"/>
                <a:cs typeface="Roboto Light"/>
                <a:sym typeface="Roboto Light"/>
              </a:rPr>
              <a:t>confiança</a:t>
            </a:r>
            <a:r>
              <a:rPr lang="pt-BR" sz="1500">
                <a:latin typeface="Roboto Light"/>
                <a:ea typeface="Roboto Light"/>
                <a:cs typeface="Roboto Light"/>
                <a:sym typeface="Roboto Light"/>
              </a:rPr>
              <a:t> na estimativa da média é o IC: [1,7%, 2,1%].</a:t>
            </a:r>
            <a:endParaRPr sz="1500"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latin typeface="Roboto Light"/>
                <a:ea typeface="Roboto Light"/>
                <a:cs typeface="Roboto Light"/>
                <a:sym typeface="Roboto Light"/>
              </a:rPr>
              <a:t>Este IC pega 95% dos valores via MINHA ESTIMATIVA da distribuição amostral.</a:t>
            </a:r>
            <a:endParaRPr sz="1500"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latin typeface="Roboto Light"/>
                <a:ea typeface="Roboto Light"/>
                <a:cs typeface="Roboto Light"/>
                <a:sym typeface="Roboto Light"/>
              </a:rPr>
              <a:t>Com base na lei dos grandes números e meu argumento de coleta de dados, com 95% de chance um outro experimento similar caso fosse feito HOJE, ficaria nesta faixa.</a:t>
            </a:r>
            <a:endParaRPr sz="1500"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latin typeface="Roboto Light"/>
                <a:ea typeface="Roboto Light"/>
                <a:cs typeface="Roboto Light"/>
                <a:sym typeface="Roboto Light"/>
              </a:rPr>
              <a:t>Então, existe menos que 5% de chance de um outro experimento capturar os 50% da imunidade!</a:t>
            </a:r>
            <a:endParaRPr sz="1500"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8" name="Shape 3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9" name="Google Shape;3569;p50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Que História Longa</a:t>
            </a:r>
            <a:endParaRPr/>
          </a:p>
        </p:txBody>
      </p:sp>
      <p:sp>
        <p:nvSpPr>
          <p:cNvPr id="3570" name="Google Shape;3570;p50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Sim, a história acima é bem longa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Intervalos de Confiança são chatos de entender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Por isso passamos um bom tempo pela Lei dos Grandes Números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Pelo Teorema Central do Limite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Eu mesmo já errei várias vezes em aulas de IC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O problema não é a conta, a mesma é simples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É a interpretação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Note que eu estou mensurando CHANCE com base em uma AMOSTRA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Esta chance diz que</a:t>
            </a:r>
            <a:endParaRPr/>
          </a:p>
        </p:txBody>
      </p:sp>
      <p:sp>
        <p:nvSpPr>
          <p:cNvPr id="3571" name="Google Shape;3571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5" name="Shape 3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6" name="Google Shape;3576;p51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Que História Longa. Necessária!</a:t>
            </a:r>
            <a:endParaRPr/>
          </a:p>
        </p:txBody>
      </p:sp>
      <p:sp>
        <p:nvSpPr>
          <p:cNvPr id="3577" name="Google Shape;3577;p51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Sim, a história acima é bem longa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Intervalos de Confiança são chatos de entender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Por isso passamos um bom tempo pela Lei dos Grandes Números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Pelo Teorema Central do Limite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Eu mesmo já errei várias vezes em aulas de IC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O problema não é a conta, a mesma é simples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É a interpretação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Estou mensurando CHANCE com base em uma AMOSTRA</a:t>
            </a:r>
            <a:endParaRPr/>
          </a:p>
        </p:txBody>
      </p:sp>
      <p:sp>
        <p:nvSpPr>
          <p:cNvPr id="3578" name="Google Shape;3578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579" name="Google Shape;3579;p51"/>
          <p:cNvSpPr/>
          <p:nvPr/>
        </p:nvSpPr>
        <p:spPr>
          <a:xfrm>
            <a:off x="475750" y="3522750"/>
            <a:ext cx="8471400" cy="146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latin typeface="Roboto Light"/>
                <a:ea typeface="Roboto Light"/>
                <a:cs typeface="Roboto Light"/>
                <a:sym typeface="Roboto Light"/>
              </a:rPr>
              <a:t>Um outro experimento feito nas mesmas condições (coleta de dados similar e com o mesmo tamanho de amostra), teria seu valor esperado (média) dentro do meu IC com 95% de chance. </a:t>
            </a:r>
            <a:br>
              <a:rPr lang="pt-BR" sz="1500">
                <a:latin typeface="Roboto Light"/>
                <a:ea typeface="Roboto Light"/>
                <a:cs typeface="Roboto Light"/>
                <a:sym typeface="Roboto Light"/>
              </a:rPr>
            </a:br>
            <a:br>
              <a:rPr lang="pt-BR" sz="1500"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pt-BR" sz="1500">
                <a:latin typeface="Roboto Light"/>
                <a:ea typeface="Roboto Light"/>
                <a:cs typeface="Roboto Light"/>
                <a:sym typeface="Roboto Light"/>
              </a:rPr>
              <a:t>Podemos usar 90% ou 99%, mas isso só muda o 1.96! A ideia é a mesma.</a:t>
            </a:r>
            <a:endParaRPr sz="1500"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latin typeface="Roboto Light"/>
                <a:ea typeface="Roboto Light"/>
                <a:cs typeface="Roboto Light"/>
                <a:sym typeface="Roboto Light"/>
              </a:rPr>
              <a:t>Na estatística sempre tem chance de errar, queremos que seja baixa!</a:t>
            </a:r>
            <a:endParaRPr sz="1500"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3" name="Shape 3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" name="Google Shape;3584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>
                <a:solidFill>
                  <a:srgbClr val="FFFFFF"/>
                </a:solidFill>
              </a:rPr>
              <a:t>‹#›</a:t>
            </a:fld>
            <a:endParaRPr sz="1000">
              <a:solidFill>
                <a:srgbClr val="FFFFFF"/>
              </a:solidFill>
            </a:endParaRPr>
          </a:p>
        </p:txBody>
      </p:sp>
      <p:sp>
        <p:nvSpPr>
          <p:cNvPr id="3585" name="Google Shape;3585;p5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Provando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9" name="Shape 3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0" name="Google Shape;3590;p53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Sobre a prova</a:t>
            </a:r>
            <a:endParaRPr/>
          </a:p>
        </p:txBody>
      </p:sp>
      <p:sp>
        <p:nvSpPr>
          <p:cNvPr id="3591" name="Google Shape;3591;p53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Que isso quer dizer?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br>
              <a:rPr lang="pt-BR"/>
            </a:br>
            <a:r>
              <a:rPr lang="pt-BR"/>
              <a:t>Computar onde caem 95% dos dados em Zi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Basta reorganizar as equações</a:t>
            </a:r>
            <a:endParaRPr/>
          </a:p>
        </p:txBody>
      </p:sp>
      <p:sp>
        <p:nvSpPr>
          <p:cNvPr id="3592" name="Google Shape;3592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593" name="Google Shape;3593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725" y="1664672"/>
            <a:ext cx="1538475" cy="74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4" name="Google Shape;3594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0220" y="3281795"/>
            <a:ext cx="4818851" cy="147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8" name="Shape 3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9" name="Google Shape;3599;p54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Ideia Geral</a:t>
            </a:r>
            <a:endParaRPr/>
          </a:p>
        </p:txBody>
      </p:sp>
      <p:sp>
        <p:nvSpPr>
          <p:cNvPr id="3600" name="Google Shape;3600;p54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Observe que estamos vendo a chance da média cair dentro de </a:t>
            </a:r>
            <a:r>
              <a:rPr lang="pt-BR">
                <a:highlight>
                  <a:srgbClr val="C9DAF8"/>
                </a:highlight>
              </a:rPr>
              <a:t>intervalos (aqui o ponto chave é o plural, intervaloS).</a:t>
            </a:r>
            <a:endParaRPr>
              <a:highlight>
                <a:srgbClr val="C9DAF8"/>
              </a:highlight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br>
              <a:rPr lang="pt-BR"/>
            </a:br>
            <a:r>
              <a:rPr lang="pt-BR"/>
              <a:t>Um intervalo pode ou não conter a média da </a:t>
            </a:r>
            <a:br>
              <a:rPr lang="pt-BR"/>
            </a:br>
            <a:r>
              <a:rPr lang="pt-BR"/>
              <a:t>população  95% deles vão conter.</a:t>
            </a:r>
            <a:endParaRPr/>
          </a:p>
        </p:txBody>
      </p:sp>
      <p:sp>
        <p:nvSpPr>
          <p:cNvPr id="3601" name="Google Shape;3601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602" name="Google Shape;3602;p54"/>
          <p:cNvPicPr preferRelativeResize="0"/>
          <p:nvPr/>
        </p:nvPicPr>
        <p:blipFill rotWithShape="1">
          <a:blip r:embed="rId3">
            <a:alphaModFix/>
          </a:blip>
          <a:srcRect b="0" l="15562" r="0" t="52548"/>
          <a:stretch/>
        </p:blipFill>
        <p:spPr>
          <a:xfrm>
            <a:off x="418925" y="1740300"/>
            <a:ext cx="4068850" cy="70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3" name="Google Shape;3603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0296" y="2099121"/>
            <a:ext cx="2900850" cy="290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7" name="Shape 3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8" name="Google Shape;3608;p55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Ideia Geral</a:t>
            </a:r>
            <a:endParaRPr/>
          </a:p>
        </p:txBody>
      </p:sp>
      <p:sp>
        <p:nvSpPr>
          <p:cNvPr id="3609" name="Google Shape;3609;p55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Observe que estamos vendo a chance da média cair dentro de </a:t>
            </a:r>
            <a:r>
              <a:rPr lang="pt-BR">
                <a:highlight>
                  <a:srgbClr val="C9DAF8"/>
                </a:highlight>
              </a:rPr>
              <a:t>intervalos (aqui o ponto chave é o plural, intervaloS).</a:t>
            </a:r>
            <a:endParaRPr>
              <a:highlight>
                <a:srgbClr val="C9DAF8"/>
              </a:highlight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br>
              <a:rPr lang="pt-BR"/>
            </a:br>
            <a:r>
              <a:rPr lang="pt-BR"/>
              <a:t>Um intervalo pode ou não conter a média da </a:t>
            </a:r>
            <a:br>
              <a:rPr lang="pt-BR"/>
            </a:br>
            <a:r>
              <a:rPr lang="pt-BR"/>
              <a:t>população  95% deles vão conter.</a:t>
            </a:r>
            <a:endParaRPr/>
          </a:p>
        </p:txBody>
      </p:sp>
      <p:sp>
        <p:nvSpPr>
          <p:cNvPr id="3610" name="Google Shape;3610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611" name="Google Shape;3611;p55"/>
          <p:cNvPicPr preferRelativeResize="0"/>
          <p:nvPr/>
        </p:nvPicPr>
        <p:blipFill rotWithShape="1">
          <a:blip r:embed="rId3">
            <a:alphaModFix/>
          </a:blip>
          <a:srcRect b="0" l="15562" r="0" t="52548"/>
          <a:stretch/>
        </p:blipFill>
        <p:spPr>
          <a:xfrm>
            <a:off x="418925" y="1740300"/>
            <a:ext cx="4068850" cy="70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2" name="Google Shape;3612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0296" y="2099121"/>
            <a:ext cx="2900850" cy="2900875"/>
          </a:xfrm>
          <a:prstGeom prst="rect">
            <a:avLst/>
          </a:prstGeom>
          <a:noFill/>
          <a:ln>
            <a:noFill/>
          </a:ln>
        </p:spPr>
      </p:pic>
      <p:sp>
        <p:nvSpPr>
          <p:cNvPr id="3613" name="Google Shape;3613;p55"/>
          <p:cNvSpPr/>
          <p:nvPr/>
        </p:nvSpPr>
        <p:spPr>
          <a:xfrm>
            <a:off x="703067" y="1561263"/>
            <a:ext cx="3165825" cy="986475"/>
          </a:xfrm>
          <a:custGeom>
            <a:rect b="b" l="l" r="r" t="t"/>
            <a:pathLst>
              <a:path extrusionOk="0" h="39459" w="126633">
                <a:moveTo>
                  <a:pt x="97500" y="7144"/>
                </a:moveTo>
                <a:cubicBezTo>
                  <a:pt x="89140" y="2267"/>
                  <a:pt x="77637" y="-2631"/>
                  <a:pt x="68979" y="1696"/>
                </a:cubicBezTo>
                <a:cubicBezTo>
                  <a:pt x="67733" y="2319"/>
                  <a:pt x="67981" y="4598"/>
                  <a:pt x="66735" y="5221"/>
                </a:cubicBezTo>
                <a:cubicBezTo>
                  <a:pt x="62807" y="7185"/>
                  <a:pt x="57958" y="6685"/>
                  <a:pt x="53596" y="6182"/>
                </a:cubicBezTo>
                <a:cubicBezTo>
                  <a:pt x="45698" y="5271"/>
                  <a:pt x="37753" y="2496"/>
                  <a:pt x="29882" y="3619"/>
                </a:cubicBezTo>
                <a:cubicBezTo>
                  <a:pt x="26599" y="4087"/>
                  <a:pt x="23578" y="5975"/>
                  <a:pt x="20268" y="6182"/>
                </a:cubicBezTo>
                <a:cubicBezTo>
                  <a:pt x="14058" y="6570"/>
                  <a:pt x="6782" y="6045"/>
                  <a:pt x="2001" y="10028"/>
                </a:cubicBezTo>
                <a:cubicBezTo>
                  <a:pt x="-1368" y="12835"/>
                  <a:pt x="442" y="18879"/>
                  <a:pt x="1360" y="23167"/>
                </a:cubicBezTo>
                <a:cubicBezTo>
                  <a:pt x="3216" y="31829"/>
                  <a:pt x="14627" y="37417"/>
                  <a:pt x="23472" y="37909"/>
                </a:cubicBezTo>
                <a:cubicBezTo>
                  <a:pt x="33225" y="38452"/>
                  <a:pt x="42886" y="34414"/>
                  <a:pt x="52635" y="35024"/>
                </a:cubicBezTo>
                <a:cubicBezTo>
                  <a:pt x="76563" y="36522"/>
                  <a:pt x="106374" y="46323"/>
                  <a:pt x="124419" y="30538"/>
                </a:cubicBezTo>
                <a:cubicBezTo>
                  <a:pt x="133690" y="22428"/>
                  <a:pt x="111182" y="6035"/>
                  <a:pt x="99103" y="3619"/>
                </a:cubicBezTo>
                <a:cubicBezTo>
                  <a:pt x="96796" y="3158"/>
                  <a:pt x="94284" y="4043"/>
                  <a:pt x="92052" y="3298"/>
                </a:cubicBezTo>
              </a:path>
            </a:pathLst>
          </a:custGeom>
          <a:noFill/>
          <a:ln cap="flat" cmpd="sng" w="38100">
            <a:solidFill>
              <a:srgbClr val="FFD9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614" name="Google Shape;3614;p55"/>
          <p:cNvSpPr txBox="1"/>
          <p:nvPr/>
        </p:nvSpPr>
        <p:spPr>
          <a:xfrm>
            <a:off x="3668575" y="2284275"/>
            <a:ext cx="251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isso é um intervalo</a:t>
            </a:r>
            <a:endParaRPr b="1" sz="18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8" name="Shape 3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9" name="Google Shape;3619;p56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Ideia Geral</a:t>
            </a:r>
            <a:endParaRPr/>
          </a:p>
        </p:txBody>
      </p:sp>
      <p:sp>
        <p:nvSpPr>
          <p:cNvPr id="3620" name="Google Shape;3620;p56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Observe que estamos vendo a chance da média cair dentro de </a:t>
            </a:r>
            <a:r>
              <a:rPr lang="pt-BR">
                <a:highlight>
                  <a:srgbClr val="C9DAF8"/>
                </a:highlight>
              </a:rPr>
              <a:t>intervalos (aqui o ponto chave é o plural, intervaloS).</a:t>
            </a:r>
            <a:endParaRPr>
              <a:highlight>
                <a:srgbClr val="C9DAF8"/>
              </a:highlight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br>
              <a:rPr lang="pt-BR"/>
            </a:br>
            <a:r>
              <a:rPr lang="pt-BR"/>
              <a:t>Um intervalo pode ou não conter a média da </a:t>
            </a:r>
            <a:br>
              <a:rPr lang="pt-BR"/>
            </a:br>
            <a:r>
              <a:rPr lang="pt-BR"/>
              <a:t>população  95% deles vão conter.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pt-BR">
                <a:solidFill>
                  <a:srgbClr val="B23525"/>
                </a:solidFill>
              </a:rPr>
              <a:t>95% dos intervalos computados dessa</a:t>
            </a:r>
            <a:br>
              <a:rPr b="1" lang="pt-BR">
                <a:solidFill>
                  <a:srgbClr val="B23525"/>
                </a:solidFill>
              </a:rPr>
            </a:br>
            <a:r>
              <a:rPr b="1" lang="pt-BR">
                <a:solidFill>
                  <a:srgbClr val="B23525"/>
                </a:solidFill>
              </a:rPr>
              <a:t>forma vão conter a média!!</a:t>
            </a:r>
            <a:endParaRPr b="1">
              <a:solidFill>
                <a:srgbClr val="B23525"/>
              </a:solidFill>
            </a:endParaRPr>
          </a:p>
        </p:txBody>
      </p:sp>
      <p:sp>
        <p:nvSpPr>
          <p:cNvPr id="3621" name="Google Shape;3621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622" name="Google Shape;3622;p56"/>
          <p:cNvPicPr preferRelativeResize="0"/>
          <p:nvPr/>
        </p:nvPicPr>
        <p:blipFill rotWithShape="1">
          <a:blip r:embed="rId3">
            <a:alphaModFix/>
          </a:blip>
          <a:srcRect b="0" l="15562" r="0" t="52548"/>
          <a:stretch/>
        </p:blipFill>
        <p:spPr>
          <a:xfrm>
            <a:off x="418925" y="1740300"/>
            <a:ext cx="4068850" cy="70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3" name="Google Shape;3623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0296" y="2099121"/>
            <a:ext cx="2900850" cy="2900875"/>
          </a:xfrm>
          <a:prstGeom prst="rect">
            <a:avLst/>
          </a:prstGeom>
          <a:noFill/>
          <a:ln>
            <a:noFill/>
          </a:ln>
        </p:spPr>
      </p:pic>
      <p:sp>
        <p:nvSpPr>
          <p:cNvPr id="3624" name="Google Shape;3624;p56"/>
          <p:cNvSpPr/>
          <p:nvPr/>
        </p:nvSpPr>
        <p:spPr>
          <a:xfrm>
            <a:off x="703067" y="1561263"/>
            <a:ext cx="3165825" cy="986475"/>
          </a:xfrm>
          <a:custGeom>
            <a:rect b="b" l="l" r="r" t="t"/>
            <a:pathLst>
              <a:path extrusionOk="0" h="39459" w="126633">
                <a:moveTo>
                  <a:pt x="97500" y="7144"/>
                </a:moveTo>
                <a:cubicBezTo>
                  <a:pt x="89140" y="2267"/>
                  <a:pt x="77637" y="-2631"/>
                  <a:pt x="68979" y="1696"/>
                </a:cubicBezTo>
                <a:cubicBezTo>
                  <a:pt x="67733" y="2319"/>
                  <a:pt x="67981" y="4598"/>
                  <a:pt x="66735" y="5221"/>
                </a:cubicBezTo>
                <a:cubicBezTo>
                  <a:pt x="62807" y="7185"/>
                  <a:pt x="57958" y="6685"/>
                  <a:pt x="53596" y="6182"/>
                </a:cubicBezTo>
                <a:cubicBezTo>
                  <a:pt x="45698" y="5271"/>
                  <a:pt x="37753" y="2496"/>
                  <a:pt x="29882" y="3619"/>
                </a:cubicBezTo>
                <a:cubicBezTo>
                  <a:pt x="26599" y="4087"/>
                  <a:pt x="23578" y="5975"/>
                  <a:pt x="20268" y="6182"/>
                </a:cubicBezTo>
                <a:cubicBezTo>
                  <a:pt x="14058" y="6570"/>
                  <a:pt x="6782" y="6045"/>
                  <a:pt x="2001" y="10028"/>
                </a:cubicBezTo>
                <a:cubicBezTo>
                  <a:pt x="-1368" y="12835"/>
                  <a:pt x="442" y="18879"/>
                  <a:pt x="1360" y="23167"/>
                </a:cubicBezTo>
                <a:cubicBezTo>
                  <a:pt x="3216" y="31829"/>
                  <a:pt x="14627" y="37417"/>
                  <a:pt x="23472" y="37909"/>
                </a:cubicBezTo>
                <a:cubicBezTo>
                  <a:pt x="33225" y="38452"/>
                  <a:pt x="42886" y="34414"/>
                  <a:pt x="52635" y="35024"/>
                </a:cubicBezTo>
                <a:cubicBezTo>
                  <a:pt x="76563" y="36522"/>
                  <a:pt x="106374" y="46323"/>
                  <a:pt x="124419" y="30538"/>
                </a:cubicBezTo>
                <a:cubicBezTo>
                  <a:pt x="133690" y="22428"/>
                  <a:pt x="111182" y="6035"/>
                  <a:pt x="99103" y="3619"/>
                </a:cubicBezTo>
                <a:cubicBezTo>
                  <a:pt x="96796" y="3158"/>
                  <a:pt x="94284" y="4043"/>
                  <a:pt x="92052" y="3298"/>
                </a:cubicBezTo>
              </a:path>
            </a:pathLst>
          </a:custGeom>
          <a:noFill/>
          <a:ln cap="flat" cmpd="sng" w="38100">
            <a:solidFill>
              <a:srgbClr val="FFD9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625" name="Google Shape;3625;p56"/>
          <p:cNvSpPr txBox="1"/>
          <p:nvPr/>
        </p:nvSpPr>
        <p:spPr>
          <a:xfrm>
            <a:off x="3668575" y="2284275"/>
            <a:ext cx="251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isso é um intervalo</a:t>
            </a:r>
            <a:endParaRPr b="1" sz="18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626" name="Google Shape;3626;p56"/>
          <p:cNvSpPr/>
          <p:nvPr/>
        </p:nvSpPr>
        <p:spPr>
          <a:xfrm>
            <a:off x="4051900" y="1856787"/>
            <a:ext cx="610900" cy="203550"/>
          </a:xfrm>
          <a:custGeom>
            <a:rect b="b" l="l" r="r" t="t"/>
            <a:pathLst>
              <a:path extrusionOk="0" h="8142" w="24436">
                <a:moveTo>
                  <a:pt x="401" y="8143"/>
                </a:moveTo>
                <a:cubicBezTo>
                  <a:pt x="-721" y="7019"/>
                  <a:pt x="744" y="4624"/>
                  <a:pt x="2003" y="3656"/>
                </a:cubicBezTo>
                <a:cubicBezTo>
                  <a:pt x="4316" y="1877"/>
                  <a:pt x="7144" y="-391"/>
                  <a:pt x="10015" y="131"/>
                </a:cubicBezTo>
                <a:cubicBezTo>
                  <a:pt x="15071" y="1050"/>
                  <a:pt x="20802" y="9213"/>
                  <a:pt x="24436" y="5579"/>
                </a:cubicBezTo>
              </a:path>
            </a:pathLst>
          </a:custGeom>
          <a:noFill/>
          <a:ln cap="flat" cmpd="sng" w="762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627" name="Google Shape;3627;p56"/>
          <p:cNvSpPr/>
          <p:nvPr/>
        </p:nvSpPr>
        <p:spPr>
          <a:xfrm>
            <a:off x="4051900" y="2099137"/>
            <a:ext cx="610900" cy="203550"/>
          </a:xfrm>
          <a:custGeom>
            <a:rect b="b" l="l" r="r" t="t"/>
            <a:pathLst>
              <a:path extrusionOk="0" h="8142" w="24436">
                <a:moveTo>
                  <a:pt x="401" y="8143"/>
                </a:moveTo>
                <a:cubicBezTo>
                  <a:pt x="-721" y="7019"/>
                  <a:pt x="744" y="4624"/>
                  <a:pt x="2003" y="3656"/>
                </a:cubicBezTo>
                <a:cubicBezTo>
                  <a:pt x="4316" y="1877"/>
                  <a:pt x="7144" y="-391"/>
                  <a:pt x="10015" y="131"/>
                </a:cubicBezTo>
                <a:cubicBezTo>
                  <a:pt x="15071" y="1050"/>
                  <a:pt x="20802" y="9213"/>
                  <a:pt x="24436" y="5579"/>
                </a:cubicBezTo>
              </a:path>
            </a:pathLst>
          </a:custGeom>
          <a:noFill/>
          <a:ln cap="flat" cmpd="sng" w="762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628" name="Google Shape;3628;p56"/>
          <p:cNvSpPr txBox="1"/>
          <p:nvPr/>
        </p:nvSpPr>
        <p:spPr>
          <a:xfrm>
            <a:off x="4710275" y="1821100"/>
            <a:ext cx="2515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9900FF"/>
                </a:solidFill>
                <a:latin typeface="Comfortaa"/>
                <a:ea typeface="Comfortaa"/>
                <a:cs typeface="Comfortaa"/>
                <a:sym typeface="Comfortaa"/>
              </a:rPr>
              <a:t>95%</a:t>
            </a:r>
            <a:endParaRPr b="1" sz="2300">
              <a:solidFill>
                <a:srgbClr val="9900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629" name="Google Shape;3629;p56"/>
          <p:cNvSpPr txBox="1"/>
          <p:nvPr/>
        </p:nvSpPr>
        <p:spPr>
          <a:xfrm>
            <a:off x="5519450" y="1859663"/>
            <a:ext cx="2515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9900FF"/>
                </a:solidFill>
                <a:latin typeface="Comfortaa"/>
                <a:ea typeface="Comfortaa"/>
                <a:cs typeface="Comfortaa"/>
                <a:sym typeface="Comfortaa"/>
              </a:rPr>
              <a:t>com 95% de chance de ocorrer</a:t>
            </a:r>
            <a:endParaRPr b="1" sz="1000">
              <a:solidFill>
                <a:srgbClr val="9900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3" name="Shape 3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4" name="Google Shape;3634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>
                <a:solidFill>
                  <a:srgbClr val="FFFFFF"/>
                </a:solidFill>
              </a:rPr>
              <a:t>‹#›</a:t>
            </a:fld>
            <a:endParaRPr sz="1000">
              <a:solidFill>
                <a:srgbClr val="FFFFFF"/>
              </a:solidFill>
            </a:endParaRPr>
          </a:p>
        </p:txBody>
      </p:sp>
      <p:sp>
        <p:nvSpPr>
          <p:cNvPr id="3635" name="Google Shape;3635;p5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Testes de Hipóteses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9" name="Shape 3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0" name="Google Shape;3640;p58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Testes estatísticos de hipóteses</a:t>
            </a:r>
            <a:endParaRPr/>
          </a:p>
        </p:txBody>
      </p:sp>
      <p:sp>
        <p:nvSpPr>
          <p:cNvPr id="3641" name="Google Shape;3641;p58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Queremos testar se uma certa hipótese provavelmente será verdadeira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Nossa hipótese será testada via inferência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"Esta moeda é justa?"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"Cientistas de dados preferem Python a R?"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"As pessoas tendem a navegar para fora da página sem nunca ler o conteúdo se aparecer um anúncio intersticial irritante com um botão de fechar minúsculo e difícil de encontrar?"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“Estamos na Imunidade de Rebanho”</a:t>
            </a:r>
            <a:endParaRPr/>
          </a:p>
        </p:txBody>
      </p:sp>
      <p:pic>
        <p:nvPicPr>
          <p:cNvPr id="3642" name="Google Shape;3642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1943" y="3411000"/>
            <a:ext cx="2320126" cy="1506926"/>
          </a:xfrm>
          <a:prstGeom prst="rect">
            <a:avLst/>
          </a:prstGeom>
          <a:noFill/>
          <a:ln>
            <a:noFill/>
          </a:ln>
        </p:spPr>
      </p:pic>
      <p:sp>
        <p:nvSpPr>
          <p:cNvPr id="3643" name="Google Shape;3643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7" name="Shape 3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8" name="Google Shape;3648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5237" y="3070175"/>
            <a:ext cx="2793525" cy="1750425"/>
          </a:xfrm>
          <a:prstGeom prst="rect">
            <a:avLst/>
          </a:prstGeom>
          <a:noFill/>
          <a:ln>
            <a:noFill/>
          </a:ln>
        </p:spPr>
      </p:pic>
      <p:sp>
        <p:nvSpPr>
          <p:cNvPr id="3649" name="Google Shape;3649;p59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Testes estatísticos de hipóteses</a:t>
            </a:r>
            <a:endParaRPr/>
          </a:p>
        </p:txBody>
      </p:sp>
      <p:sp>
        <p:nvSpPr>
          <p:cNvPr id="3650" name="Google Shape;3650;p59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pt-BR"/>
              <a:t>Essas hipóteses podem ser traduzidas em estatísticas sobre dados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pt-BR"/>
              <a:t>Sob várias suposições, essas estatísticas podem ser consideradas como observações de variáveis aleatórias de </a:t>
            </a:r>
            <a:r>
              <a:rPr b="1" lang="pt-BR"/>
              <a:t>distribuições conhecidas</a:t>
            </a:r>
            <a:endParaRPr b="1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pt-BR"/>
              <a:t>Isso nos permite fazer afirmações sobre a probabilidade dessas suposições serem verdadeiras</a:t>
            </a:r>
            <a:endParaRPr/>
          </a:p>
        </p:txBody>
      </p:sp>
      <p:sp>
        <p:nvSpPr>
          <p:cNvPr id="3651" name="Google Shape;3651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5" name="Shape 3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6" name="Google Shape;3656;p60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Qual o problema?</a:t>
            </a:r>
            <a:endParaRPr/>
          </a:p>
        </p:txBody>
      </p:sp>
      <p:sp>
        <p:nvSpPr>
          <p:cNvPr id="3657" name="Google Shape;3657;p60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Quase nunca temos a população!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Se sim, seria fácil falar alguma coisa</a:t>
            </a:r>
            <a:endParaRPr/>
          </a:p>
        </p:txBody>
      </p:sp>
      <p:sp>
        <p:nvSpPr>
          <p:cNvPr id="3658" name="Google Shape;3658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2" name="Shape 3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3" name="Google Shape;3663;p61"/>
          <p:cNvSpPr txBox="1"/>
          <p:nvPr>
            <p:ph type="title"/>
          </p:nvPr>
        </p:nvSpPr>
        <p:spPr>
          <a:xfrm>
            <a:off x="490250" y="479750"/>
            <a:ext cx="84129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Caso Simples: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Sabendo da população</a:t>
            </a:r>
            <a:endParaRPr/>
          </a:p>
        </p:txBody>
      </p:sp>
      <p:sp>
        <p:nvSpPr>
          <p:cNvPr id="3664" name="Google Shape;3664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8" name="Shape 3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9" name="Google Shape;3669;p62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Moedas</a:t>
            </a:r>
            <a:endParaRPr b="1"/>
          </a:p>
        </p:txBody>
      </p:sp>
      <p:sp>
        <p:nvSpPr>
          <p:cNvPr id="3670" name="Google Shape;3670;p62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Vamos supor que você jogue uma moeda</a:t>
            </a:r>
            <a:br>
              <a:rPr lang="pt-BR"/>
            </a:br>
            <a:r>
              <a:rPr lang="pt-BR"/>
              <a:t>para cima 30 vezes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mesma cai em cara 22 vezes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/>
              <a:t>Pergunta: </a:t>
            </a:r>
            <a:r>
              <a:rPr lang="pt-BR"/>
              <a:t>A moeda é justa?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Não viesada</a:t>
            </a:r>
            <a:endParaRPr/>
          </a:p>
        </p:txBody>
      </p:sp>
      <p:sp>
        <p:nvSpPr>
          <p:cNvPr id="3671" name="Google Shape;3671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672" name="Google Shape;3672;p62"/>
          <p:cNvPicPr preferRelativeResize="0"/>
          <p:nvPr/>
        </p:nvPicPr>
        <p:blipFill rotWithShape="1">
          <a:blip r:embed="rId3">
            <a:alphaModFix/>
          </a:blip>
          <a:srcRect b="0" l="0" r="29423" t="0"/>
          <a:stretch/>
        </p:blipFill>
        <p:spPr>
          <a:xfrm>
            <a:off x="5716025" y="665575"/>
            <a:ext cx="3116275" cy="149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6" name="Shape 3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7" name="Google Shape;3677;p63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Moedas</a:t>
            </a:r>
            <a:endParaRPr/>
          </a:p>
        </p:txBody>
      </p:sp>
      <p:sp>
        <p:nvSpPr>
          <p:cNvPr id="3678" name="Google Shape;3678;p63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podemos responder a pergunta acima?</a:t>
            </a:r>
            <a:endParaRPr/>
          </a:p>
        </p:txBody>
      </p:sp>
      <p:sp>
        <p:nvSpPr>
          <p:cNvPr id="3679" name="Google Shape;3679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3" name="Shape 3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4" name="Google Shape;3684;p64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Moedas</a:t>
            </a:r>
            <a:endParaRPr/>
          </a:p>
        </p:txBody>
      </p:sp>
      <p:sp>
        <p:nvSpPr>
          <p:cNvPr id="3685" name="Google Shape;3685;p64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podemos responder a pergunta acima?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Precisamos de alguma forma de capturar a incerteza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É impossível que um experimento de lançamento de 30 moedas caia em 22 caras?</a:t>
            </a:r>
            <a:endParaRPr/>
          </a:p>
        </p:txBody>
      </p:sp>
      <p:sp>
        <p:nvSpPr>
          <p:cNvPr id="3686" name="Google Shape;3686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0" name="Shape 3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1" name="Google Shape;3691;p65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Moedas</a:t>
            </a:r>
            <a:endParaRPr/>
          </a:p>
        </p:txBody>
      </p:sp>
      <p:sp>
        <p:nvSpPr>
          <p:cNvPr id="3692" name="Google Shape;3692;p65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podemos responder a pergunta acima?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Precisamos de alguma forma de capturar a incerteza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É impossível que um experimento de lançamento de 30 moedas caia em 22 caras?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Não</a:t>
            </a:r>
            <a:endParaRPr/>
          </a:p>
        </p:txBody>
      </p:sp>
      <p:sp>
        <p:nvSpPr>
          <p:cNvPr id="3693" name="Google Shape;3693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7" name="Shape 3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8" name="Google Shape;3698;p66"/>
          <p:cNvSpPr txBox="1"/>
          <p:nvPr>
            <p:ph type="title"/>
          </p:nvPr>
        </p:nvSpPr>
        <p:spPr>
          <a:xfrm>
            <a:off x="311700" y="456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Mensurando Incerteza</a:t>
            </a:r>
            <a:endParaRPr/>
          </a:p>
        </p:txBody>
      </p:sp>
      <p:sp>
        <p:nvSpPr>
          <p:cNvPr id="3699" name="Google Shape;3699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700" name="Google Shape;3700;p66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Geralmente precisamos de alguma forma de mensurar a chance dos nossos experimentos. Em outras palavras, precisamos saber: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Métrica de interesse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Chance da métrica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Incerteza da mensuração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4" name="Shape 3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5" name="Google Shape;3705;p67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Moedas</a:t>
            </a:r>
            <a:endParaRPr b="1"/>
          </a:p>
        </p:txBody>
      </p:sp>
      <p:sp>
        <p:nvSpPr>
          <p:cNvPr id="3706" name="Google Shape;3706;p67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pt-BR"/>
              <a:t>Vamos supor que você jogue uma moeda</a:t>
            </a:r>
            <a:br>
              <a:rPr lang="pt-BR"/>
            </a:br>
            <a:r>
              <a:rPr lang="pt-BR"/>
              <a:t>para cima </a:t>
            </a:r>
            <a:r>
              <a:rPr b="1" lang="pt-BR">
                <a:solidFill>
                  <a:schemeClr val="dk1"/>
                </a:solidFill>
              </a:rPr>
              <a:t>30</a:t>
            </a:r>
            <a:r>
              <a:rPr lang="pt-BR"/>
              <a:t> vezes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Qual é a probabilidade de sair 22 caras?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Vamos modelar o problema corretamente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Outra forma de pensar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Quantas caras são esperadas em amostras de tamanho 30?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Qual a incerteza dessa esperança?</a:t>
            </a:r>
            <a:endParaRPr/>
          </a:p>
        </p:txBody>
      </p:sp>
      <p:sp>
        <p:nvSpPr>
          <p:cNvPr id="3707" name="Google Shape;3707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708" name="Google Shape;3708;p67"/>
          <p:cNvPicPr preferRelativeResize="0"/>
          <p:nvPr/>
        </p:nvPicPr>
        <p:blipFill rotWithShape="1">
          <a:blip r:embed="rId3">
            <a:alphaModFix/>
          </a:blip>
          <a:srcRect b="0" l="0" r="29423" t="0"/>
          <a:stretch/>
        </p:blipFill>
        <p:spPr>
          <a:xfrm>
            <a:off x="5829200" y="175100"/>
            <a:ext cx="3116275" cy="149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2" name="Shape 3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3" name="Google Shape;3713;p68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Moedas</a:t>
            </a:r>
            <a:endParaRPr b="1"/>
          </a:p>
        </p:txBody>
      </p:sp>
      <p:sp>
        <p:nvSpPr>
          <p:cNvPr id="3714" name="Google Shape;3714;p68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pt-BR"/>
              <a:t>Vamos supor que você jogue uma moeda</a:t>
            </a:r>
            <a:br>
              <a:rPr lang="pt-BR"/>
            </a:br>
            <a:r>
              <a:rPr lang="pt-BR"/>
              <a:t>para cima </a:t>
            </a:r>
            <a:r>
              <a:rPr b="1" lang="pt-BR">
                <a:solidFill>
                  <a:schemeClr val="dk1"/>
                </a:solidFill>
              </a:rPr>
              <a:t>30</a:t>
            </a:r>
            <a:r>
              <a:rPr lang="pt-BR"/>
              <a:t> vezes</a:t>
            </a:r>
            <a:br>
              <a:rPr lang="pt-BR"/>
            </a:b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Qual é a probabilidade de sair 22 caras?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Vamos modelar o problema corretamente</a:t>
            </a:r>
            <a:endParaRPr/>
          </a:p>
        </p:txBody>
      </p:sp>
      <p:sp>
        <p:nvSpPr>
          <p:cNvPr id="3715" name="Google Shape;3715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716" name="Google Shape;3716;p68"/>
          <p:cNvPicPr preferRelativeResize="0"/>
          <p:nvPr/>
        </p:nvPicPr>
        <p:blipFill rotWithShape="1">
          <a:blip r:embed="rId3">
            <a:alphaModFix/>
          </a:blip>
          <a:srcRect b="0" l="0" r="29423" t="0"/>
          <a:stretch/>
        </p:blipFill>
        <p:spPr>
          <a:xfrm>
            <a:off x="5716025" y="665575"/>
            <a:ext cx="3116275" cy="149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7" name="Google Shape;3717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73450" y="338224"/>
            <a:ext cx="232176" cy="326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8" name="Google Shape;3718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25125" y="338224"/>
            <a:ext cx="157036" cy="326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9" name="Google Shape;3719;p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25248" y="2590586"/>
            <a:ext cx="3235850" cy="18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0" name="Google Shape;3720;p6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76125" y="3131125"/>
            <a:ext cx="3409950" cy="79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4" name="Shape 3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5" name="Google Shape;3725;p69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Moedas</a:t>
            </a:r>
            <a:endParaRPr b="1"/>
          </a:p>
        </p:txBody>
      </p:sp>
      <p:sp>
        <p:nvSpPr>
          <p:cNvPr id="3726" name="Google Shape;3726;p69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>
                <a:solidFill>
                  <a:schemeClr val="dk1"/>
                </a:solidFill>
              </a:rPr>
              <a:t>Se for só 3 caras em 4 sorteios</a:t>
            </a:r>
            <a:r>
              <a:rPr b="1" lang="pt-BR"/>
              <a:t>?</a:t>
            </a:r>
            <a:endParaRPr b="1"/>
          </a:p>
        </p:txBody>
      </p:sp>
      <p:sp>
        <p:nvSpPr>
          <p:cNvPr id="3727" name="Google Shape;3727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728" name="Google Shape;3728;p69"/>
          <p:cNvPicPr preferRelativeResize="0"/>
          <p:nvPr/>
        </p:nvPicPr>
        <p:blipFill rotWithShape="1">
          <a:blip r:embed="rId3">
            <a:alphaModFix/>
          </a:blip>
          <a:srcRect b="0" l="0" r="29423" t="0"/>
          <a:stretch/>
        </p:blipFill>
        <p:spPr>
          <a:xfrm>
            <a:off x="5716025" y="665575"/>
            <a:ext cx="3116275" cy="149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9" name="Google Shape;3729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73450" y="338224"/>
            <a:ext cx="232176" cy="326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0" name="Google Shape;3730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25125" y="338224"/>
            <a:ext cx="157036" cy="326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4" name="Shape 3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5" name="Google Shape;3735;p70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Moedas</a:t>
            </a:r>
            <a:endParaRPr b="1"/>
          </a:p>
        </p:txBody>
      </p:sp>
      <p:sp>
        <p:nvSpPr>
          <p:cNvPr id="3736" name="Google Shape;3736;p70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>
                <a:solidFill>
                  <a:schemeClr val="dk1"/>
                </a:solidFill>
              </a:rPr>
              <a:t>Se for só 3 caras em 4 sorteios</a:t>
            </a:r>
            <a:r>
              <a:rPr b="1" lang="pt-BR"/>
              <a:t>?</a:t>
            </a:r>
            <a:endParaRPr b="1"/>
          </a:p>
        </p:txBody>
      </p:sp>
      <p:sp>
        <p:nvSpPr>
          <p:cNvPr id="3737" name="Google Shape;3737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738" name="Google Shape;3738;p70"/>
          <p:cNvPicPr preferRelativeResize="0"/>
          <p:nvPr/>
        </p:nvPicPr>
        <p:blipFill rotWithShape="1">
          <a:blip r:embed="rId3">
            <a:alphaModFix/>
          </a:blip>
          <a:srcRect b="0" l="0" r="29423" t="0"/>
          <a:stretch/>
        </p:blipFill>
        <p:spPr>
          <a:xfrm>
            <a:off x="5716025" y="665575"/>
            <a:ext cx="3116275" cy="149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9" name="Google Shape;3739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73450" y="338224"/>
            <a:ext cx="232176" cy="326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0" name="Google Shape;3740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25125" y="338224"/>
            <a:ext cx="157036" cy="326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1" name="Google Shape;3741;p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9818" y="2159918"/>
            <a:ext cx="4219700" cy="195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2" name="Google Shape;3742;p70"/>
          <p:cNvSpPr/>
          <p:nvPr/>
        </p:nvSpPr>
        <p:spPr>
          <a:xfrm>
            <a:off x="599825" y="2581200"/>
            <a:ext cx="1088400" cy="5724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3" name="Google Shape;3743;p70"/>
          <p:cNvSpPr/>
          <p:nvPr/>
        </p:nvSpPr>
        <p:spPr>
          <a:xfrm>
            <a:off x="2765300" y="2056375"/>
            <a:ext cx="1088400" cy="5724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4" name="Google Shape;3744;p70"/>
          <p:cNvSpPr/>
          <p:nvPr/>
        </p:nvSpPr>
        <p:spPr>
          <a:xfrm>
            <a:off x="1676900" y="2056375"/>
            <a:ext cx="1088400" cy="5724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5" name="Google Shape;3745;p70"/>
          <p:cNvSpPr/>
          <p:nvPr/>
        </p:nvSpPr>
        <p:spPr>
          <a:xfrm>
            <a:off x="599825" y="3153600"/>
            <a:ext cx="1088400" cy="5724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6" name="Google Shape;3746;p70"/>
          <p:cNvSpPr/>
          <p:nvPr/>
        </p:nvSpPr>
        <p:spPr>
          <a:xfrm>
            <a:off x="6077013" y="3097125"/>
            <a:ext cx="2394300" cy="774000"/>
          </a:xfrm>
          <a:prstGeom prst="rect">
            <a:avLst/>
          </a:prstGeom>
          <a:noFill/>
          <a:ln cap="flat" cmpd="sng" w="9525">
            <a:solidFill>
              <a:srgbClr val="073E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Podemos enumerar todos os casos. 25%</a:t>
            </a:r>
            <a:endParaRPr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0" name="Shape 3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1" name="Google Shape;3751;p71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Binomial</a:t>
            </a:r>
            <a:endParaRPr b="1"/>
          </a:p>
        </p:txBody>
      </p:sp>
      <p:sp>
        <p:nvSpPr>
          <p:cNvPr id="3752" name="Google Shape;3752;p71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mesmo pode ser modelado com uma</a:t>
            </a:r>
            <a:br>
              <a:rPr lang="pt-BR"/>
            </a:br>
            <a:r>
              <a:rPr lang="pt-BR"/>
              <a:t>distribuição binomial</a:t>
            </a:r>
            <a:br>
              <a:rPr lang="pt-BR"/>
            </a:br>
            <a:br>
              <a:rPr lang="pt-BR"/>
            </a:b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Sim, uma equação “bem feia” para muitos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Mas, lembre-se que eu já testei uma hipótese via ICs</a:t>
            </a:r>
            <a:endParaRPr/>
          </a:p>
        </p:txBody>
      </p:sp>
      <p:sp>
        <p:nvSpPr>
          <p:cNvPr id="3753" name="Google Shape;3753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754" name="Google Shape;3754;p71"/>
          <p:cNvPicPr preferRelativeResize="0"/>
          <p:nvPr/>
        </p:nvPicPr>
        <p:blipFill rotWithShape="1">
          <a:blip r:embed="rId3">
            <a:alphaModFix/>
          </a:blip>
          <a:srcRect b="0" l="0" r="29423" t="0"/>
          <a:stretch/>
        </p:blipFill>
        <p:spPr>
          <a:xfrm>
            <a:off x="5716025" y="665575"/>
            <a:ext cx="3116275" cy="149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5" name="Google Shape;3755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5650" y="1748162"/>
            <a:ext cx="3638825" cy="50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9" name="Shape 3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0" name="Google Shape;3760;p72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Python sabe plotar a binomial</a:t>
            </a:r>
            <a:endParaRPr/>
          </a:p>
        </p:txBody>
      </p:sp>
      <p:sp>
        <p:nvSpPr>
          <p:cNvPr id="3761" name="Google Shape;3761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762" name="Google Shape;3762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7763" y="1220825"/>
            <a:ext cx="5908485" cy="377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6" name="Shape 3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7" name="Google Shape;3767;p73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Teoricamente: 95% dos valores</a:t>
            </a:r>
            <a:endParaRPr/>
          </a:p>
        </p:txBody>
      </p:sp>
      <p:sp>
        <p:nvSpPr>
          <p:cNvPr id="3768" name="Google Shape;3768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769" name="Google Shape;3769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788" y="1233400"/>
            <a:ext cx="5734431" cy="3770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70" name="Google Shape;3770;p73"/>
          <p:cNvCxnSpPr/>
          <p:nvPr/>
        </p:nvCxnSpPr>
        <p:spPr>
          <a:xfrm>
            <a:off x="1660000" y="1986975"/>
            <a:ext cx="2431200" cy="1252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71" name="Google Shape;3771;p73"/>
          <p:cNvSpPr txBox="1"/>
          <p:nvPr/>
        </p:nvSpPr>
        <p:spPr>
          <a:xfrm>
            <a:off x="315275" y="1552713"/>
            <a:ext cx="6810600" cy="7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0000"/>
                </a:solidFill>
              </a:rPr>
              <a:t>Uma moeda justa!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5" name="Shape 3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6" name="Google Shape;3776;p74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22 Caras</a:t>
            </a:r>
            <a:endParaRPr/>
          </a:p>
        </p:txBody>
      </p:sp>
      <p:sp>
        <p:nvSpPr>
          <p:cNvPr id="3777" name="Google Shape;3777;p74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É impossível? </a:t>
            </a:r>
            <a:r>
              <a:rPr b="1" lang="pt-BR"/>
              <a:t>Não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É raro? </a:t>
            </a:r>
            <a:r>
              <a:rPr b="1" lang="pt-BR"/>
              <a:t>Sim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Menos de 5% de chance.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5% indica nossa significância.</a:t>
            </a:r>
            <a:endParaRPr/>
          </a:p>
        </p:txBody>
      </p:sp>
      <p:sp>
        <p:nvSpPr>
          <p:cNvPr id="3778" name="Google Shape;3778;p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2" name="Shape 3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3" name="Google Shape;3783;p75"/>
          <p:cNvSpPr txBox="1"/>
          <p:nvPr>
            <p:ph type="title"/>
          </p:nvPr>
        </p:nvSpPr>
        <p:spPr>
          <a:xfrm>
            <a:off x="490250" y="450150"/>
            <a:ext cx="82869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Simulando a população</a:t>
            </a:r>
            <a:endParaRPr/>
          </a:p>
        </p:txBody>
      </p:sp>
      <p:sp>
        <p:nvSpPr>
          <p:cNvPr id="3784" name="Google Shape;3784;p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8" name="Shape 3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" name="Google Shape;3789;p76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Abordando o problema através de laços</a:t>
            </a:r>
            <a:endParaRPr/>
          </a:p>
        </p:txBody>
      </p:sp>
      <p:sp>
        <p:nvSpPr>
          <p:cNvPr id="3790" name="Google Shape;3790;p76"/>
          <p:cNvSpPr txBox="1"/>
          <p:nvPr>
            <p:ph idx="1" type="body"/>
          </p:nvPr>
        </p:nvSpPr>
        <p:spPr>
          <a:xfrm>
            <a:off x="311700" y="1038075"/>
            <a:ext cx="8520600" cy="26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Eu pessoalmente não sei a fórmula da binomial decorada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Mas sei jogar uma moeda para cima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Vamos fazer várias vezes!</a:t>
            </a:r>
            <a:endParaRPr/>
          </a:p>
        </p:txBody>
      </p:sp>
      <p:sp>
        <p:nvSpPr>
          <p:cNvPr id="3791" name="Google Shape;3791;p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5" name="Shape 3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6" name="Google Shape;3796;p77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Lembrando de Aproximações</a:t>
            </a:r>
            <a:endParaRPr/>
          </a:p>
        </p:txBody>
      </p:sp>
      <p:sp>
        <p:nvSpPr>
          <p:cNvPr id="3797" name="Google Shape;3797;p77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Repetindo 30 jogadas 10,000 vezes, somando o número de caras. </a:t>
            </a:r>
            <a:endParaRPr/>
          </a:p>
        </p:txBody>
      </p:sp>
      <p:pic>
        <p:nvPicPr>
          <p:cNvPr id="3798" name="Google Shape;3798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9538" y="1629297"/>
            <a:ext cx="5344925" cy="3514201"/>
          </a:xfrm>
          <a:prstGeom prst="rect">
            <a:avLst/>
          </a:prstGeom>
          <a:noFill/>
          <a:ln>
            <a:noFill/>
          </a:ln>
        </p:spPr>
      </p:pic>
      <p:sp>
        <p:nvSpPr>
          <p:cNvPr id="3799" name="Google Shape;3799;p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3" name="Shape 3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4" name="Google Shape;3804;p78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Lembrando de Aproximações</a:t>
            </a:r>
            <a:endParaRPr/>
          </a:p>
        </p:txBody>
      </p:sp>
      <p:sp>
        <p:nvSpPr>
          <p:cNvPr id="3805" name="Google Shape;3805;p78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Olha só, uma Normal. Que bonita. Eu cai no mesmo caso do Exemplo COVID.</a:t>
            </a:r>
            <a:endParaRPr/>
          </a:p>
        </p:txBody>
      </p:sp>
      <p:pic>
        <p:nvPicPr>
          <p:cNvPr id="3806" name="Google Shape;3806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9538" y="1629297"/>
            <a:ext cx="5344925" cy="3514201"/>
          </a:xfrm>
          <a:prstGeom prst="rect">
            <a:avLst/>
          </a:prstGeom>
          <a:noFill/>
          <a:ln>
            <a:noFill/>
          </a:ln>
        </p:spPr>
      </p:pic>
      <p:sp>
        <p:nvSpPr>
          <p:cNvPr id="3807" name="Google Shape;3807;p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1" name="Shape 3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2" name="Google Shape;3812;p79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Daqui podemos usar a CDF</a:t>
            </a:r>
            <a:endParaRPr/>
          </a:p>
        </p:txBody>
      </p:sp>
      <p:sp>
        <p:nvSpPr>
          <p:cNvPr id="3813" name="Google Shape;3813;p79"/>
          <p:cNvSpPr txBox="1"/>
          <p:nvPr>
            <p:ph idx="1" type="body"/>
          </p:nvPr>
        </p:nvSpPr>
        <p:spPr>
          <a:xfrm>
            <a:off x="311700" y="12468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Estime os percentis para pegar onde cai 95% dos casos.</a:t>
            </a:r>
            <a:endParaRPr/>
          </a:p>
        </p:txBody>
      </p:sp>
      <p:pic>
        <p:nvPicPr>
          <p:cNvPr id="3814" name="Google Shape;3814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8221" y="1691171"/>
            <a:ext cx="5107553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5" name="Google Shape;3815;p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816" name="Google Shape;3816;p79"/>
          <p:cNvSpPr txBox="1"/>
          <p:nvPr>
            <p:ph idx="1" type="body"/>
          </p:nvPr>
        </p:nvSpPr>
        <p:spPr>
          <a:xfrm>
            <a:off x="311700" y="937350"/>
            <a:ext cx="8520600" cy="5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Use a CDF ou a função </a:t>
            </a:r>
            <a:r>
              <a:rPr b="1" lang="pt-BR"/>
              <a:t>np.percentile</a:t>
            </a:r>
            <a:r>
              <a:rPr lang="pt-BR"/>
              <a:t>. Exemplo das duas no notebook.</a:t>
            </a:r>
            <a:endParaRPr/>
          </a:p>
        </p:txBody>
      </p:sp>
      <p:cxnSp>
        <p:nvCxnSpPr>
          <p:cNvPr id="3817" name="Google Shape;3817;p79"/>
          <p:cNvCxnSpPr/>
          <p:nvPr/>
        </p:nvCxnSpPr>
        <p:spPr>
          <a:xfrm>
            <a:off x="3833500" y="4529250"/>
            <a:ext cx="0" cy="20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8" name="Google Shape;3818;p79"/>
          <p:cNvCxnSpPr/>
          <p:nvPr/>
        </p:nvCxnSpPr>
        <p:spPr>
          <a:xfrm>
            <a:off x="5717650" y="2035200"/>
            <a:ext cx="0" cy="27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19" name="Google Shape;3819;p79"/>
          <p:cNvSpPr txBox="1"/>
          <p:nvPr/>
        </p:nvSpPr>
        <p:spPr>
          <a:xfrm>
            <a:off x="2572400" y="4166275"/>
            <a:ext cx="30000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np.percentile(2.5%)</a:t>
            </a:r>
            <a:endParaRPr sz="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20" name="Google Shape;3820;p79"/>
          <p:cNvSpPr txBox="1"/>
          <p:nvPr/>
        </p:nvSpPr>
        <p:spPr>
          <a:xfrm>
            <a:off x="5717650" y="2035200"/>
            <a:ext cx="30000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np.percentile(97.5%)</a:t>
            </a:r>
            <a:endParaRPr sz="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4" name="Shape 3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5" name="Google Shape;3825;p80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Daqui podemos usar a CDF</a:t>
            </a:r>
            <a:endParaRPr/>
          </a:p>
        </p:txBody>
      </p:sp>
      <p:sp>
        <p:nvSpPr>
          <p:cNvPr id="3826" name="Google Shape;3826;p80"/>
          <p:cNvSpPr txBox="1"/>
          <p:nvPr>
            <p:ph idx="1" type="body"/>
          </p:nvPr>
        </p:nvSpPr>
        <p:spPr>
          <a:xfrm>
            <a:off x="311700" y="9844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Novamente, rejeitamos a hipótese das 22 caras. Bem raro, a moeda tem viés!</a:t>
            </a:r>
            <a:endParaRPr/>
          </a:p>
        </p:txBody>
      </p:sp>
      <p:pic>
        <p:nvPicPr>
          <p:cNvPr id="3827" name="Google Shape;3827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8221" y="1691171"/>
            <a:ext cx="5107553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8" name="Google Shape;3828;p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3829" name="Google Shape;3829;p80"/>
          <p:cNvCxnSpPr/>
          <p:nvPr/>
        </p:nvCxnSpPr>
        <p:spPr>
          <a:xfrm>
            <a:off x="3833500" y="4529250"/>
            <a:ext cx="0" cy="20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30" name="Google Shape;3830;p80"/>
          <p:cNvCxnSpPr/>
          <p:nvPr/>
        </p:nvCxnSpPr>
        <p:spPr>
          <a:xfrm>
            <a:off x="5717650" y="2035200"/>
            <a:ext cx="0" cy="27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31" name="Google Shape;3831;p80"/>
          <p:cNvSpPr txBox="1"/>
          <p:nvPr/>
        </p:nvSpPr>
        <p:spPr>
          <a:xfrm>
            <a:off x="2572400" y="4166275"/>
            <a:ext cx="30000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np.percentile(2.5%)</a:t>
            </a:r>
            <a:endParaRPr sz="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32" name="Google Shape;3832;p80"/>
          <p:cNvSpPr txBox="1"/>
          <p:nvPr/>
        </p:nvSpPr>
        <p:spPr>
          <a:xfrm>
            <a:off x="5717650" y="2035200"/>
            <a:ext cx="30000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np.percentile(97.5%)</a:t>
            </a:r>
            <a:endParaRPr sz="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6" name="Shape 3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7" name="Google Shape;3837;p81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Resumo</a:t>
            </a:r>
            <a:endParaRPr/>
          </a:p>
        </p:txBody>
      </p:sp>
      <p:sp>
        <p:nvSpPr>
          <p:cNvPr id="3838" name="Google Shape;3838;p81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Podemos seguir dois caminhos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A equação do IC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Ou as simulações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Sempre caímos na Normal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Que coisa mais Normal ou Esperada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Testamos duas hipóteses!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Vamos Derivar o IC formalmente agora (notebook ou próximo vídeo)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ideia de simulações vai voltar na próxima aula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Bootstrap</a:t>
            </a:r>
            <a:endParaRPr/>
          </a:p>
        </p:txBody>
      </p:sp>
      <p:sp>
        <p:nvSpPr>
          <p:cNvPr id="3839" name="Google Shape;3839;p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3" name="Shape 3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4" name="Google Shape;3844;p82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Usando o TCL</a:t>
            </a:r>
            <a:endParaRPr/>
          </a:p>
        </p:txBody>
      </p:sp>
      <p:sp>
        <p:nvSpPr>
          <p:cNvPr id="3845" name="Google Shape;3845;p82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/>
              <a:t>(Leia o notebook, discussão mais detalhada!)</a:t>
            </a:r>
            <a:endParaRPr b="1"/>
          </a:p>
        </p:txBody>
      </p:sp>
      <p:sp>
        <p:nvSpPr>
          <p:cNvPr id="3846" name="Google Shape;3846;p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0" name="Shape 3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1" name="Google Shape;3851;p83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Vamos relembrar a ideia...</a:t>
            </a:r>
            <a:endParaRPr/>
          </a:p>
        </p:txBody>
      </p:sp>
      <p:sp>
        <p:nvSpPr>
          <p:cNvPr id="3852" name="Google Shape;3852;p83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Perguntamos para 50 alunos do curso de Computação na UFMG: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Qual é o seu RSG?</a:t>
            </a:r>
            <a:endParaRPr/>
          </a:p>
        </p:txBody>
      </p:sp>
      <p:sp>
        <p:nvSpPr>
          <p:cNvPr id="3853" name="Google Shape;3853;p8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7" name="Shape 3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8" name="Google Shape;3858;p84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Vamos relembrar a ideia...</a:t>
            </a:r>
            <a:endParaRPr/>
          </a:p>
        </p:txBody>
      </p:sp>
      <p:sp>
        <p:nvSpPr>
          <p:cNvPr id="3859" name="Google Shape;3859;p84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Perguntamos para 50 alunos do curso de Computação na UFMG: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Qual é o seu RSG?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MÉDIA das respostas foi de 3.2</a:t>
            </a:r>
            <a:endParaRPr/>
          </a:p>
        </p:txBody>
      </p:sp>
      <p:sp>
        <p:nvSpPr>
          <p:cNvPr id="3860" name="Google Shape;3860;p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4" name="Shape 3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5" name="Google Shape;3865;p85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Vamos relembrar a ideia...</a:t>
            </a:r>
            <a:endParaRPr/>
          </a:p>
        </p:txBody>
      </p:sp>
      <p:sp>
        <p:nvSpPr>
          <p:cNvPr id="3866" name="Google Shape;3866;p85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Perguntamos para 50 alunos do curso de Computação na UFMG: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Qual é o seu RSG?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MÉDIA das respostas foi de 3.2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DESVIO PADRÃO foi de 1.74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/>
              <a:t>Qual é a média da população?!</a:t>
            </a:r>
            <a:endParaRPr/>
          </a:p>
        </p:txBody>
      </p:sp>
      <p:sp>
        <p:nvSpPr>
          <p:cNvPr id="3867" name="Google Shape;3867;p8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1" name="Shape 3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2" name="Google Shape;3872;p86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Vamos relembrar a ideia...</a:t>
            </a:r>
            <a:endParaRPr/>
          </a:p>
        </p:txBody>
      </p:sp>
      <p:sp>
        <p:nvSpPr>
          <p:cNvPr id="3873" name="Google Shape;3873;p86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Perguntamos para 50 alunos do curso de Computação na UFMG: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Qual é o seu RSG?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MÉDIA das respostas foi de 3.2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DESVIO PADRÃO foi de 1.74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Qual é a média da população?!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Calma, eu não tenho nada de uma população :-(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Mas tenho o TCL</a:t>
            </a:r>
            <a:endParaRPr/>
          </a:p>
        </p:txBody>
      </p:sp>
      <p:sp>
        <p:nvSpPr>
          <p:cNvPr id="3874" name="Google Shape;3874;p8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8" name="Shape 3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9" name="Google Shape;3879;p87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Vamos relembrar a ideia...</a:t>
            </a:r>
            <a:endParaRPr/>
          </a:p>
        </p:txBody>
      </p:sp>
      <p:sp>
        <p:nvSpPr>
          <p:cNvPr id="3880" name="Google Shape;3880;p87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Perguntamos para 50 alunos do curso de Computação na UFMG: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Qual é o seu RSG?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MÉDIA das respostas foi de 3.2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DESVIO PADRÃO foi de 1.74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Qual é a média da população?!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881" name="Google Shape;3881;p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882" name="Google Shape;3882;p87"/>
          <p:cNvSpPr txBox="1"/>
          <p:nvPr/>
        </p:nvSpPr>
        <p:spPr>
          <a:xfrm>
            <a:off x="3072000" y="3831575"/>
            <a:ext cx="30000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pt-BR" sz="1900">
                <a:latin typeface="Source Sans Pro"/>
                <a:ea typeface="Source Sans Pro"/>
                <a:cs typeface="Source Sans Pro"/>
                <a:sym typeface="Source Sans Pro"/>
              </a:rPr>
              <a:t>x̄ = 3.2		s = 1.74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6" name="Shape 3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7" name="Google Shape;3887;p88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Vamos relembrar a ideia...</a:t>
            </a:r>
            <a:endParaRPr/>
          </a:p>
        </p:txBody>
      </p:sp>
      <p:sp>
        <p:nvSpPr>
          <p:cNvPr id="3888" name="Google Shape;3888;p88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Perguntamos para 50 alunos do curso de Computação na UFMG: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Qual é o seu RSG?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MÉDIA das respostas foi de 3.2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DESVIO PADRÃO foi de 1.74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Qual é a média da população?!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889" name="Google Shape;3889;p8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890" name="Google Shape;3890;p88"/>
          <p:cNvSpPr txBox="1"/>
          <p:nvPr/>
        </p:nvSpPr>
        <p:spPr>
          <a:xfrm>
            <a:off x="3072000" y="3441275"/>
            <a:ext cx="30000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latin typeface="Source Sans Pro"/>
                <a:ea typeface="Source Sans Pro"/>
                <a:cs typeface="Source Sans Pro"/>
                <a:sym typeface="Source Sans Pro"/>
              </a:rPr>
              <a:t>x̄ = 3.2		s = 1.74</a:t>
            </a:r>
            <a:endParaRPr sz="190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pt-BR" sz="1900">
                <a:latin typeface="Source Sans Pro"/>
                <a:ea typeface="Source Sans Pro"/>
                <a:cs typeface="Source Sans Pro"/>
                <a:sym typeface="Source Sans Pro"/>
              </a:rPr>
              <a:t>O CI de 95% é de:</a:t>
            </a:r>
            <a:br>
              <a:rPr lang="pt-BR" sz="1900">
                <a:latin typeface="Source Sans Pro"/>
                <a:ea typeface="Source Sans Pro"/>
                <a:cs typeface="Source Sans Pro"/>
                <a:sym typeface="Source Sans Pro"/>
              </a:rPr>
            </a:br>
            <a:r>
              <a:rPr lang="pt-BR" sz="1900">
                <a:latin typeface="Source Sans Pro"/>
                <a:ea typeface="Source Sans Pro"/>
                <a:cs typeface="Source Sans Pro"/>
                <a:sym typeface="Source Sans Pro"/>
              </a:rPr>
              <a:t>média ± 1.96 x SE</a:t>
            </a:r>
            <a:endParaRPr sz="19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3891" name="Google Shape;3891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9275" y="3852475"/>
            <a:ext cx="2780525" cy="7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5" name="Shape 3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6" name="Google Shape;3896;p89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Vamos relembrar a ideia...</a:t>
            </a:r>
            <a:endParaRPr/>
          </a:p>
        </p:txBody>
      </p:sp>
      <p:sp>
        <p:nvSpPr>
          <p:cNvPr id="3897" name="Google Shape;3897;p89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Perguntamos para 50 alunos do curso de Computação na UFMG: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Qual é o seu RSG?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MÉDIA das respostas foi de 3.2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DESVIO PADRÃO foi de 1.74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Qual é a média da população?!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898" name="Google Shape;3898;p8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899" name="Google Shape;3899;p89"/>
          <p:cNvSpPr txBox="1"/>
          <p:nvPr/>
        </p:nvSpPr>
        <p:spPr>
          <a:xfrm>
            <a:off x="766650" y="3596300"/>
            <a:ext cx="74574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latin typeface="Source Sans Pro"/>
                <a:ea typeface="Source Sans Pro"/>
                <a:cs typeface="Source Sans Pro"/>
                <a:sym typeface="Source Sans Pro"/>
              </a:rPr>
              <a:t>x̄ ± 1.96 x SE	→	3.2 ± 1.96 x 0.25</a:t>
            </a:r>
            <a:br>
              <a:rPr lang="pt-BR" sz="1900">
                <a:latin typeface="Source Sans Pro"/>
                <a:ea typeface="Source Sans Pro"/>
                <a:cs typeface="Source Sans Pro"/>
                <a:sym typeface="Source Sans Pro"/>
              </a:rPr>
            </a:br>
            <a:r>
              <a:rPr lang="pt-BR" sz="1900">
                <a:latin typeface="Source Sans Pro"/>
                <a:ea typeface="Source Sans Pro"/>
                <a:cs typeface="Source Sans Pro"/>
                <a:sym typeface="Source Sans Pro"/>
              </a:rPr>
              <a:t>                             →	(3.2 - 0.49, 3.2 + 0.49)</a:t>
            </a:r>
            <a:endParaRPr sz="190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pt-BR" sz="1900">
                <a:latin typeface="Source Sans Pro"/>
                <a:ea typeface="Source Sans Pro"/>
                <a:cs typeface="Source Sans Pro"/>
                <a:sym typeface="Source Sans Pro"/>
              </a:rPr>
              <a:t>		          →	(2.6, 3.8)</a:t>
            </a:r>
            <a:endParaRPr sz="19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3" name="Shape 3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4" name="Google Shape;3904;p90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Um IC de forma Visual</a:t>
            </a:r>
            <a:endParaRPr/>
          </a:p>
        </p:txBody>
      </p:sp>
      <p:sp>
        <p:nvSpPr>
          <p:cNvPr id="3905" name="Google Shape;3905;p90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95% dos intervalos tirados com amostras de tamanho n contém a média real da população!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Algumas tem erro, qual a chance de erro?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906" name="Google Shape;3906;p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907" name="Google Shape;3907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7275" y="2112225"/>
            <a:ext cx="4129450" cy="289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1" name="Shape 3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2" name="Google Shape;3912;p91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Pergunta</a:t>
            </a:r>
            <a:endParaRPr/>
          </a:p>
        </p:txBody>
      </p:sp>
      <p:sp>
        <p:nvSpPr>
          <p:cNvPr id="3913" name="Google Shape;3913;p91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Qual das alternativas é a correta?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95% dos alunos da UFMG tem RSG entre </a:t>
            </a:r>
            <a:r>
              <a:rPr lang="pt-BR" sz="1900"/>
              <a:t>(2.6, 3.8).</a:t>
            </a:r>
            <a:r>
              <a:rPr lang="pt-BR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Um aluno aleatório tem entre RSG entre </a:t>
            </a:r>
            <a:r>
              <a:rPr lang="pt-BR" sz="1900"/>
              <a:t>(2.6, 3.8).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pt-BR" sz="1900"/>
              <a:t>Em média, espero que um aluno tenha RSG entre (2.6, 3.8).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pt-BR"/>
              <a:t>A amostra de 50 alunos têm 95% dos valores entre </a:t>
            </a:r>
            <a:r>
              <a:rPr lang="pt-BR" sz="1900"/>
              <a:t>(2.6, 3.8).</a:t>
            </a:r>
            <a:endParaRPr sz="19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914" name="Google Shape;3914;p9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8" name="Shape 3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9" name="Google Shape;3919;p92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ICs Falam de Médias Esperada!</a:t>
            </a:r>
            <a:endParaRPr/>
          </a:p>
        </p:txBody>
      </p:sp>
      <p:sp>
        <p:nvSpPr>
          <p:cNvPr id="3920" name="Google Shape;3920;p92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Qual das alternativas é a correta?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95% dos alunos da UFMG tem RSG entre </a:t>
            </a:r>
            <a:r>
              <a:rPr lang="pt-BR" sz="1900"/>
              <a:t>(2.6, 3.8).</a:t>
            </a:r>
            <a:r>
              <a:rPr lang="pt-BR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Um aluno aleatório tem entre RSG entre </a:t>
            </a:r>
            <a:r>
              <a:rPr lang="pt-BR" sz="1900"/>
              <a:t>(2.6, 3.8).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900"/>
              <a:buChar char="●"/>
            </a:pPr>
            <a:r>
              <a:rPr b="1" lang="pt-BR" sz="1900">
                <a:solidFill>
                  <a:srgbClr val="990000"/>
                </a:solidFill>
              </a:rPr>
              <a:t>Em média, espero que um aluno tenha RSG entre (2.6, 3.8).</a:t>
            </a:r>
            <a:endParaRPr b="1" sz="1900">
              <a:solidFill>
                <a:srgbClr val="990000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900"/>
              <a:buChar char="○"/>
            </a:pPr>
            <a:r>
              <a:rPr b="1" lang="pt-BR" sz="1900">
                <a:solidFill>
                  <a:srgbClr val="990000"/>
                </a:solidFill>
              </a:rPr>
              <a:t>Com 5% de chance de errar!</a:t>
            </a:r>
            <a:endParaRPr b="1" sz="1900">
              <a:solidFill>
                <a:srgbClr val="990000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pt-BR"/>
              <a:t>A amostra de 50 alunos têm 95% dos valores entre </a:t>
            </a:r>
            <a:r>
              <a:rPr lang="pt-BR" sz="1900"/>
              <a:t>(2.6, 3.8).</a:t>
            </a:r>
            <a:endParaRPr sz="19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921" name="Google Shape;3921;p9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5" name="Shape 3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6" name="Google Shape;3926;p93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Condições para usar um IC</a:t>
            </a:r>
            <a:endParaRPr/>
          </a:p>
        </p:txBody>
      </p:sp>
      <p:sp>
        <p:nvSpPr>
          <p:cNvPr id="3927" name="Google Shape;3927;p93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As seguintes condições tem que ser manter:</a:t>
            </a:r>
            <a:endParaRPr/>
          </a:p>
          <a:p>
            <a:pPr indent="-349250" lvl="0" marL="457200" rtl="0" algn="l">
              <a:spcBef>
                <a:spcPts val="1600"/>
              </a:spcBef>
              <a:spcAft>
                <a:spcPts val="0"/>
              </a:spcAft>
              <a:buSzPts val="1900"/>
              <a:buChar char="●"/>
            </a:pPr>
            <a:r>
              <a:rPr lang="pt-BR"/>
              <a:t>Independência entre os 50 alunos, foi uma amostra não viesada.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Difícil, mas dá para aproximar se eu tomar cuidado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Pegar alunos de diferentes escolas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A média do ICEX é bem diferente da média da FAFICH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Realize amostras de  números significativos dos grupos, 10 por escola.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928" name="Google Shape;3928;p9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2" name="Shape 3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3" name="Google Shape;3933;p94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Condições para usar um IC</a:t>
            </a:r>
            <a:endParaRPr/>
          </a:p>
        </p:txBody>
      </p:sp>
      <p:sp>
        <p:nvSpPr>
          <p:cNvPr id="3934" name="Google Shape;3934;p94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As seguintes condições tem que ser manter:</a:t>
            </a:r>
            <a:endParaRPr/>
          </a:p>
          <a:p>
            <a:pPr indent="-349250" lvl="0" marL="457200" rtl="0" algn="l">
              <a:spcBef>
                <a:spcPts val="1600"/>
              </a:spcBef>
              <a:spcAft>
                <a:spcPts val="0"/>
              </a:spcAft>
              <a:buSzPts val="1900"/>
              <a:buChar char="●"/>
            </a:pPr>
            <a:r>
              <a:rPr lang="pt-BR"/>
              <a:t>Independência entre os 50 alunos, foi uma amostra não viesada.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Difícil, mas dá para aproximar se eu tomar cuidado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Pegar alunos de diferentes escolas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A média do ICEX é bem diferente da média da FAFICH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Realize amostras de  números significativos dos grupos, 10 por escola.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Tenho pelo menos 30 alunos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Um IC depende da estimar a média variância dos dados amostrais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Preciso de um número de alunos suficiente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Com menos do que 30 existem correções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935" name="Google Shape;3935;p9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9" name="Shape 3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0" name="Google Shape;3940;p95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Tamanho de um Intervalo</a:t>
            </a:r>
            <a:endParaRPr/>
          </a:p>
        </p:txBody>
      </p:sp>
      <p:sp>
        <p:nvSpPr>
          <p:cNvPr id="3941" name="Google Shape;3941;p95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Caso queria ter mais certeza na minha estimativa da média da população, uso um intervalo maior ou um intervalo menor?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942" name="Google Shape;3942;p9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6" name="Shape 3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7" name="Google Shape;3947;p96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Tamanho de um Intervalo</a:t>
            </a:r>
            <a:endParaRPr/>
          </a:p>
        </p:txBody>
      </p:sp>
      <p:sp>
        <p:nvSpPr>
          <p:cNvPr id="3948" name="Google Shape;3948;p96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Caso queria ter mais certeza na minha estimativa da média da população, uso um intervalo maior ou um intervalo menor?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Maior, claro!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949" name="Google Shape;3949;p9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3" name="Shape 3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4" name="Google Shape;3954;p97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Tamanho de um Intervalo</a:t>
            </a:r>
            <a:endParaRPr/>
          </a:p>
        </p:txBody>
      </p:sp>
      <p:sp>
        <p:nvSpPr>
          <p:cNvPr id="3955" name="Google Shape;3955;p97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Caso queria ter mais certeza na minha estimativa da média da população, uso um intervalo maior ou um intervalo menor?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Maior, claro!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956" name="Google Shape;3956;p9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957" name="Google Shape;3957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150" y="3122712"/>
            <a:ext cx="5723682" cy="1699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1" name="Shape 3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" name="Google Shape;3962;p98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Tamanho de um Intervalo</a:t>
            </a:r>
            <a:endParaRPr/>
          </a:p>
        </p:txBody>
      </p:sp>
      <p:sp>
        <p:nvSpPr>
          <p:cNvPr id="3963" name="Google Shape;3963;p98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Caso queria ter mais certeza na minha estimativa da média da população, uso um intervalo maior ou um intervalo menor?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Maior, claro!</a:t>
            </a:r>
            <a:br>
              <a:rPr lang="pt-BR"/>
            </a:br>
            <a:r>
              <a:rPr b="1" lang="pt-BR">
                <a:solidFill>
                  <a:schemeClr val="dk1"/>
                </a:solidFill>
              </a:rPr>
              <a:t>Um intervalo muito grande não diz nada. 100% de certa implica -infinito, +infinito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964" name="Google Shape;3964;p9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965" name="Google Shape;3965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150" y="3122712"/>
            <a:ext cx="5723682" cy="1699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9" name="Shape 3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0" name="Google Shape;3970;p99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Como aumentar o tamanho do intervalo?</a:t>
            </a:r>
            <a:endParaRPr/>
          </a:p>
        </p:txBody>
      </p:sp>
      <p:sp>
        <p:nvSpPr>
          <p:cNvPr id="3971" name="Google Shape;3971;p99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Eu consigo mudar a média da população?</a:t>
            </a:r>
            <a:endParaRPr/>
          </a:p>
        </p:txBody>
      </p:sp>
      <p:sp>
        <p:nvSpPr>
          <p:cNvPr id="3972" name="Google Shape;3972;p9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973" name="Google Shape;3973;p99"/>
          <p:cNvSpPr txBox="1"/>
          <p:nvPr/>
        </p:nvSpPr>
        <p:spPr>
          <a:xfrm>
            <a:off x="3072000" y="3441275"/>
            <a:ext cx="30000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pt-BR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 CI de 95% é de:</a:t>
            </a:r>
            <a:br>
              <a:rPr b="1" lang="pt-BR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</a:br>
            <a:r>
              <a:rPr b="1" lang="pt-BR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média ± 1.96 x SE</a:t>
            </a:r>
            <a:endParaRPr b="1" sz="19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3974" name="Google Shape;3974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1875" y="3441275"/>
            <a:ext cx="2780525" cy="7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8" name="Shape 3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9" name="Google Shape;3979;p100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Como aumentar o tamanho do intervalo?</a:t>
            </a:r>
            <a:endParaRPr/>
          </a:p>
        </p:txBody>
      </p:sp>
      <p:sp>
        <p:nvSpPr>
          <p:cNvPr id="3980" name="Google Shape;3980;p100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Eu consigo mudar a média da população?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Não</a:t>
            </a:r>
            <a:endParaRPr/>
          </a:p>
        </p:txBody>
      </p:sp>
      <p:sp>
        <p:nvSpPr>
          <p:cNvPr id="3981" name="Google Shape;3981;p10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982" name="Google Shape;3982;p100"/>
          <p:cNvSpPr txBox="1"/>
          <p:nvPr/>
        </p:nvSpPr>
        <p:spPr>
          <a:xfrm>
            <a:off x="3072000" y="3441275"/>
            <a:ext cx="30000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pt-BR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 CI de 95% é de:</a:t>
            </a:r>
            <a:br>
              <a:rPr b="1" lang="pt-BR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</a:br>
            <a:r>
              <a:rPr b="1" lang="pt-BR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média ± 1.96 x SE</a:t>
            </a:r>
            <a:endParaRPr b="1" sz="19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3983" name="Google Shape;3983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1875" y="3441275"/>
            <a:ext cx="2780525" cy="7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7" name="Shape 3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8" name="Google Shape;3988;p101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Como aumentar o tamanho do intervalo?</a:t>
            </a:r>
            <a:endParaRPr/>
          </a:p>
        </p:txBody>
      </p:sp>
      <p:sp>
        <p:nvSpPr>
          <p:cNvPr id="3989" name="Google Shape;3989;p101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Eu consigo mudar a média da população?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Não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Eu consigo mudar a média ou desvio da amostra?</a:t>
            </a:r>
            <a:endParaRPr/>
          </a:p>
        </p:txBody>
      </p:sp>
      <p:sp>
        <p:nvSpPr>
          <p:cNvPr id="3990" name="Google Shape;3990;p10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991" name="Google Shape;3991;p101"/>
          <p:cNvSpPr txBox="1"/>
          <p:nvPr/>
        </p:nvSpPr>
        <p:spPr>
          <a:xfrm>
            <a:off x="3072000" y="3441275"/>
            <a:ext cx="30000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pt-BR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 CI de 95% é de:</a:t>
            </a:r>
            <a:br>
              <a:rPr b="1" lang="pt-BR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</a:br>
            <a:r>
              <a:rPr b="1" lang="pt-BR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média ± 1.96 x SE</a:t>
            </a:r>
            <a:endParaRPr b="1" sz="19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3992" name="Google Shape;3992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1875" y="3441275"/>
            <a:ext cx="2780525" cy="7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6" name="Shape 3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7" name="Google Shape;3997;p102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Como aumentar o tamanho do intervalo?</a:t>
            </a:r>
            <a:endParaRPr/>
          </a:p>
        </p:txBody>
      </p:sp>
      <p:sp>
        <p:nvSpPr>
          <p:cNvPr id="3998" name="Google Shape;3998;p102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Eu consigo mudar a média da população?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Não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Eu consigo mudar a média ou desvio da amostra?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Não</a:t>
            </a:r>
            <a:endParaRPr/>
          </a:p>
        </p:txBody>
      </p:sp>
      <p:sp>
        <p:nvSpPr>
          <p:cNvPr id="3999" name="Google Shape;3999;p10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000" name="Google Shape;4000;p102"/>
          <p:cNvSpPr txBox="1"/>
          <p:nvPr/>
        </p:nvSpPr>
        <p:spPr>
          <a:xfrm>
            <a:off x="3072000" y="3441275"/>
            <a:ext cx="30000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pt-BR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 CI de 95% é de:</a:t>
            </a:r>
            <a:br>
              <a:rPr b="1" lang="pt-BR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</a:br>
            <a:r>
              <a:rPr b="1" lang="pt-BR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média ± 1.96 x SE</a:t>
            </a:r>
            <a:endParaRPr b="1" sz="19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4001" name="Google Shape;4001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1875" y="3441275"/>
            <a:ext cx="2780525" cy="7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5" name="Shape 4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6" name="Google Shape;4006;p103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Como aumentar o tamanho do intervalo?</a:t>
            </a:r>
            <a:endParaRPr/>
          </a:p>
        </p:txBody>
      </p:sp>
      <p:sp>
        <p:nvSpPr>
          <p:cNvPr id="4007" name="Google Shape;4007;p103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Eu consigo mudar a média da população?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Não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Eu consigo mudar a média ou desvio da amostra?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Não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Eu consigo mudar o 1.96 abaixo?</a:t>
            </a:r>
            <a:endParaRPr/>
          </a:p>
        </p:txBody>
      </p:sp>
      <p:sp>
        <p:nvSpPr>
          <p:cNvPr id="4008" name="Google Shape;4008;p10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009" name="Google Shape;4009;p103"/>
          <p:cNvSpPr txBox="1"/>
          <p:nvPr/>
        </p:nvSpPr>
        <p:spPr>
          <a:xfrm>
            <a:off x="3072000" y="3441275"/>
            <a:ext cx="30000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pt-BR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 CI de 95% é de:</a:t>
            </a:r>
            <a:br>
              <a:rPr b="1" lang="pt-BR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</a:br>
            <a:r>
              <a:rPr b="1" lang="pt-BR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média ± 1.96 x SE</a:t>
            </a:r>
            <a:endParaRPr b="1" sz="19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4010" name="Google Shape;4010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1875" y="3441275"/>
            <a:ext cx="2780525" cy="7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4" name="Shape 4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5" name="Google Shape;4015;p104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Como aumentar o tamanho do intervalo?</a:t>
            </a:r>
            <a:endParaRPr/>
          </a:p>
        </p:txBody>
      </p:sp>
      <p:sp>
        <p:nvSpPr>
          <p:cNvPr id="4016" name="Google Shape;4016;p104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Eu consigo mudar a média da população?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Não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Eu consigo mudar a média ou desvio da amostra?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Não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Eu consigo mudar o 1.96 abaixo?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Sim, qual a implicação?</a:t>
            </a:r>
            <a:endParaRPr/>
          </a:p>
        </p:txBody>
      </p:sp>
      <p:sp>
        <p:nvSpPr>
          <p:cNvPr id="4017" name="Google Shape;4017;p10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018" name="Google Shape;4018;p104"/>
          <p:cNvSpPr txBox="1"/>
          <p:nvPr/>
        </p:nvSpPr>
        <p:spPr>
          <a:xfrm>
            <a:off x="3072000" y="3441275"/>
            <a:ext cx="30000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pt-BR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 CI de 95% é de:</a:t>
            </a:r>
            <a:br>
              <a:rPr b="1" lang="pt-BR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</a:br>
            <a:r>
              <a:rPr b="1" lang="pt-BR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média ± 1.96 x SE</a:t>
            </a:r>
            <a:endParaRPr b="1" sz="19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4019" name="Google Shape;4019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1875" y="3441275"/>
            <a:ext cx="2780525" cy="7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3" name="Shape 4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" name="Google Shape;4024;p105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Como aumentar o tamanho do intervalo?</a:t>
            </a:r>
            <a:endParaRPr/>
          </a:p>
        </p:txBody>
      </p:sp>
      <p:sp>
        <p:nvSpPr>
          <p:cNvPr id="4025" name="Google Shape;4025;p105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Eu consigo mudar a média da população?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Não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Eu consigo mudar a média ou desvio da amostra?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Não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Eu consigo mudar o 1.96 abaixo?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Sim, qual a implicação?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Maior ou menor intervalo com os mesmos dados</a:t>
            </a:r>
            <a:endParaRPr/>
          </a:p>
        </p:txBody>
      </p:sp>
      <p:sp>
        <p:nvSpPr>
          <p:cNvPr id="4026" name="Google Shape;4026;p10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027" name="Google Shape;4027;p105"/>
          <p:cNvSpPr txBox="1"/>
          <p:nvPr/>
        </p:nvSpPr>
        <p:spPr>
          <a:xfrm>
            <a:off x="3072000" y="3441275"/>
            <a:ext cx="30000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pt-BR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 CI de 95% é de:</a:t>
            </a:r>
            <a:br>
              <a:rPr b="1" lang="pt-BR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</a:br>
            <a:r>
              <a:rPr b="1" lang="pt-BR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média ± 1.96 x SE</a:t>
            </a:r>
            <a:endParaRPr b="1" sz="19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4028" name="Google Shape;4028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1875" y="3441275"/>
            <a:ext cx="2780525" cy="7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2" name="Shape 4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3" name="Google Shape;4033;p106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Como aumentar o tamanho do intervalo?</a:t>
            </a:r>
            <a:endParaRPr/>
          </a:p>
        </p:txBody>
      </p:sp>
      <p:sp>
        <p:nvSpPr>
          <p:cNvPr id="4034" name="Google Shape;4034;p106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Eu consigo mudar a média da população?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Não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Eu consigo mudar a média ou desvio da amostra?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Não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Eu consigo mudar o 1.96 abaixo?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Sim, qual a implicação?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Maior ou menor intervalo com os mesmos dados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Eu consigo mudar o n?</a:t>
            </a:r>
            <a:endParaRPr/>
          </a:p>
        </p:txBody>
      </p:sp>
      <p:sp>
        <p:nvSpPr>
          <p:cNvPr id="4035" name="Google Shape;4035;p10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036" name="Google Shape;4036;p106"/>
          <p:cNvSpPr txBox="1"/>
          <p:nvPr/>
        </p:nvSpPr>
        <p:spPr>
          <a:xfrm>
            <a:off x="3072000" y="3441275"/>
            <a:ext cx="30000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pt-BR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 CI de 95% é de:</a:t>
            </a:r>
            <a:br>
              <a:rPr b="1" lang="pt-BR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</a:br>
            <a:r>
              <a:rPr b="1" lang="pt-BR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média ± 1.96 x SE</a:t>
            </a:r>
            <a:endParaRPr b="1" sz="19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4037" name="Google Shape;4037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1875" y="3441275"/>
            <a:ext cx="2780525" cy="7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1" name="Shape 4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2" name="Google Shape;4042;p107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Como aumentar o tamanho do intervalo?</a:t>
            </a:r>
            <a:endParaRPr/>
          </a:p>
        </p:txBody>
      </p:sp>
      <p:sp>
        <p:nvSpPr>
          <p:cNvPr id="4043" name="Google Shape;4043;p107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Eu consigo mudar a média da população?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Não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Eu consigo mudar a média ou desvio da amostra?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Não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Eu consigo mudar o 1.96 abaixo?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Sim, qual a implicação?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Maior ou menor intervalo com os mesmos dados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Eu consigo mudar o n?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Sim, amostras maiores têm ICs menores. Observe a raiz no Erro Padrão.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Assumindo uma mesma população</a:t>
            </a:r>
            <a:endParaRPr/>
          </a:p>
        </p:txBody>
      </p:sp>
      <p:sp>
        <p:nvSpPr>
          <p:cNvPr id="4044" name="Google Shape;4044;p10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045" name="Google Shape;4045;p107"/>
          <p:cNvSpPr txBox="1"/>
          <p:nvPr/>
        </p:nvSpPr>
        <p:spPr>
          <a:xfrm>
            <a:off x="3116400" y="3914925"/>
            <a:ext cx="30000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pt-BR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 CI de 95% é de:</a:t>
            </a:r>
            <a:br>
              <a:rPr b="1" lang="pt-BR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</a:br>
            <a:r>
              <a:rPr b="1" lang="pt-BR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média ± 1.96 x SE</a:t>
            </a:r>
            <a:endParaRPr b="1" sz="19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4046" name="Google Shape;4046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6275" y="3914925"/>
            <a:ext cx="2780525" cy="7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0" name="Shape 4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1" name="Google Shape;4051;p108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Como aumentar o tamanho do intervalo?</a:t>
            </a:r>
            <a:endParaRPr/>
          </a:p>
        </p:txBody>
      </p:sp>
      <p:sp>
        <p:nvSpPr>
          <p:cNvPr id="4052" name="Google Shape;4052;p108"/>
          <p:cNvSpPr txBox="1"/>
          <p:nvPr>
            <p:ph idx="1" type="body"/>
          </p:nvPr>
        </p:nvSpPr>
        <p:spPr>
          <a:xfrm>
            <a:off x="2355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Source Sans Pro"/>
              <a:buChar char="●"/>
            </a:pPr>
            <a:r>
              <a:rPr lang="pt-BR"/>
              <a:t>Caso eu queira um intervalo de 98% de confiança?</a:t>
            </a:r>
            <a:endParaRPr/>
          </a:p>
        </p:txBody>
      </p:sp>
      <p:sp>
        <p:nvSpPr>
          <p:cNvPr id="4053" name="Google Shape;4053;p10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054" name="Google Shape;4054;p108"/>
          <p:cNvSpPr txBox="1"/>
          <p:nvPr/>
        </p:nvSpPr>
        <p:spPr>
          <a:xfrm>
            <a:off x="2963988" y="4113675"/>
            <a:ext cx="30000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pt-BR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 CI de 98% é de:</a:t>
            </a:r>
            <a:br>
              <a:rPr b="1" lang="pt-BR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</a:br>
            <a:r>
              <a:rPr b="1" lang="pt-BR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média ± 2.33 x SE</a:t>
            </a:r>
            <a:endParaRPr b="1" sz="19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4055" name="Google Shape;4055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3575" y="1740425"/>
            <a:ext cx="4378576" cy="2240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9" name="Shape 4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0" name="Google Shape;4060;p109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Contato</a:t>
            </a:r>
            <a:endParaRPr/>
          </a:p>
        </p:txBody>
      </p:sp>
      <p:sp>
        <p:nvSpPr>
          <p:cNvPr id="4061" name="Google Shape;4061;p109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Flavio Vinicius Diniz de Figueiredo</a:t>
            </a:r>
            <a:endParaRPr/>
          </a:p>
          <a:p>
            <a:pPr indent="0" lvl="0" marL="0" rtl="0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flavio@dcc.ufmg.br</a:t>
            </a:r>
            <a:r>
              <a:rPr lang="pt-BR"/>
              <a:t> </a:t>
            </a:r>
            <a:endParaRPr/>
          </a:p>
          <a:p>
            <a:pPr indent="0" lvl="0" marL="0" rtl="0" algn="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Introdução à Ciência dos Dados</a:t>
            </a:r>
            <a:endParaRPr/>
          </a:p>
          <a:p>
            <a:pPr indent="0" lvl="0" marL="0" rtl="0" algn="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062" name="Google Shape;4062;p10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